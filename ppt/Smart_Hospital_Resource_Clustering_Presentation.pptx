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0FD82-A010-4562-9378-92F533499CA1}" type="doc">
      <dgm:prSet loTypeId="urn:microsoft.com/office/officeart/2016/7/layout/RepeatingBendingProcessNew" loCatId="process" qsTypeId="urn:microsoft.com/office/officeart/2005/8/quickstyle/simple1#26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375604D4-0990-42D9-9648-3EC099660060}">
      <dgm:prSet/>
      <dgm:spPr/>
      <dgm:t>
        <a:bodyPr/>
        <a:lstStyle/>
        <a:p>
          <a:r>
            <a:rPr lang="en-US"/>
            <a:t>Clean and inspect the hospital dataset.</a:t>
          </a:r>
        </a:p>
      </dgm:t>
    </dgm:pt>
    <dgm:pt modelId="{9E875C37-BBCA-4575-91F3-9E1AE1CD5FDC}" type="parTrans" cxnId="{94E87565-8C66-4C7B-B77E-516563D6BB02}">
      <dgm:prSet/>
      <dgm:spPr/>
      <dgm:t>
        <a:bodyPr/>
        <a:lstStyle/>
        <a:p>
          <a:endParaRPr lang="en-US"/>
        </a:p>
      </dgm:t>
    </dgm:pt>
    <dgm:pt modelId="{8B0BC8CA-2B55-4B1A-9FA0-E049200BBE83}" type="sibTrans" cxnId="{94E87565-8C66-4C7B-B77E-516563D6BB02}">
      <dgm:prSet/>
      <dgm:spPr/>
      <dgm:t>
        <a:bodyPr/>
        <a:lstStyle/>
        <a:p>
          <a:endParaRPr lang="en-US"/>
        </a:p>
      </dgm:t>
    </dgm:pt>
    <dgm:pt modelId="{E16F83C7-AE1D-491A-BBD6-EDF75641919D}">
      <dgm:prSet/>
      <dgm:spPr/>
      <dgm:t>
        <a:bodyPr/>
        <a:lstStyle/>
        <a:p>
          <a:r>
            <a:rPr lang="en-US"/>
            <a:t>Select relevant features for clustering.</a:t>
          </a:r>
        </a:p>
      </dgm:t>
    </dgm:pt>
    <dgm:pt modelId="{D5F3B86C-0CA5-41F5-8EE2-4BD248B7EA86}" type="parTrans" cxnId="{863D00EC-D811-482D-9208-509C7F36DBC7}">
      <dgm:prSet/>
      <dgm:spPr/>
      <dgm:t>
        <a:bodyPr/>
        <a:lstStyle/>
        <a:p>
          <a:endParaRPr lang="en-US"/>
        </a:p>
      </dgm:t>
    </dgm:pt>
    <dgm:pt modelId="{2508852F-10E7-4D60-936A-217582779DDE}" type="sibTrans" cxnId="{863D00EC-D811-482D-9208-509C7F36DBC7}">
      <dgm:prSet/>
      <dgm:spPr/>
      <dgm:t>
        <a:bodyPr/>
        <a:lstStyle/>
        <a:p>
          <a:endParaRPr lang="en-US"/>
        </a:p>
      </dgm:t>
    </dgm:pt>
    <dgm:pt modelId="{3E9F34C0-68B4-4B9F-B827-95E5CAAB6EAA}">
      <dgm:prSet/>
      <dgm:spPr/>
      <dgm:t>
        <a:bodyPr/>
        <a:lstStyle/>
        <a:p>
          <a:r>
            <a:rPr lang="en-US"/>
            <a:t>Encode Severity Level into numerical values.</a:t>
          </a:r>
        </a:p>
      </dgm:t>
    </dgm:pt>
    <dgm:pt modelId="{B5F2A66B-05A5-4604-93D7-C87AA441FF33}" type="parTrans" cxnId="{4D6CCF13-69F4-47EF-B295-D4F316AE09D7}">
      <dgm:prSet/>
      <dgm:spPr/>
      <dgm:t>
        <a:bodyPr/>
        <a:lstStyle/>
        <a:p>
          <a:endParaRPr lang="en-US"/>
        </a:p>
      </dgm:t>
    </dgm:pt>
    <dgm:pt modelId="{13E8E568-C99E-4A7A-92A1-0A72C2CEDBD1}" type="sibTrans" cxnId="{4D6CCF13-69F4-47EF-B295-D4F316AE09D7}">
      <dgm:prSet/>
      <dgm:spPr/>
      <dgm:t>
        <a:bodyPr/>
        <a:lstStyle/>
        <a:p>
          <a:endParaRPr lang="en-US"/>
        </a:p>
      </dgm:t>
    </dgm:pt>
    <dgm:pt modelId="{E8CFA884-9044-49F3-B169-53134681EC69}">
      <dgm:prSet/>
      <dgm:spPr/>
      <dgm:t>
        <a:bodyPr/>
        <a:lstStyle/>
        <a:p>
          <a:r>
            <a:rPr lang="en-US"/>
            <a:t>Standardize features using StandardScaler.</a:t>
          </a:r>
        </a:p>
      </dgm:t>
    </dgm:pt>
    <dgm:pt modelId="{4259B2E7-26FE-4264-8E9E-DBBF60A39D9F}" type="parTrans" cxnId="{7C2D0A73-852E-47FD-B0B6-58C3475BC1AD}">
      <dgm:prSet/>
      <dgm:spPr/>
      <dgm:t>
        <a:bodyPr/>
        <a:lstStyle/>
        <a:p>
          <a:endParaRPr lang="en-US"/>
        </a:p>
      </dgm:t>
    </dgm:pt>
    <dgm:pt modelId="{B9A22B62-A8FF-453F-85A6-9F6206460E71}" type="sibTrans" cxnId="{7C2D0A73-852E-47FD-B0B6-58C3475BC1AD}">
      <dgm:prSet/>
      <dgm:spPr/>
      <dgm:t>
        <a:bodyPr/>
        <a:lstStyle/>
        <a:p>
          <a:endParaRPr lang="en-US"/>
        </a:p>
      </dgm:t>
    </dgm:pt>
    <dgm:pt modelId="{F3623D78-885E-4F8C-BA69-E479D49458F0}">
      <dgm:prSet/>
      <dgm:spPr/>
      <dgm:t>
        <a:bodyPr/>
        <a:lstStyle/>
        <a:p>
          <a:r>
            <a:rPr lang="en-US"/>
            <a:t>Use the Elbow Method to examine suitable cluster counts.</a:t>
          </a:r>
        </a:p>
      </dgm:t>
    </dgm:pt>
    <dgm:pt modelId="{9C84F5CC-4D25-4E20-A163-C5A1FEEAB52E}" type="parTrans" cxnId="{806EC88E-982F-4441-9969-1BC15DB041EF}">
      <dgm:prSet/>
      <dgm:spPr/>
      <dgm:t>
        <a:bodyPr/>
        <a:lstStyle/>
        <a:p>
          <a:endParaRPr lang="en-US"/>
        </a:p>
      </dgm:t>
    </dgm:pt>
    <dgm:pt modelId="{0F387029-9FD8-4E97-9120-E5D1F39BD976}" type="sibTrans" cxnId="{806EC88E-982F-4441-9969-1BC15DB041EF}">
      <dgm:prSet/>
      <dgm:spPr/>
      <dgm:t>
        <a:bodyPr/>
        <a:lstStyle/>
        <a:p>
          <a:endParaRPr lang="en-US"/>
        </a:p>
      </dgm:t>
    </dgm:pt>
    <dgm:pt modelId="{20DDEC6A-7AA3-4744-8E82-041239E95EB6}">
      <dgm:prSet/>
      <dgm:spPr/>
      <dgm:t>
        <a:bodyPr/>
        <a:lstStyle/>
        <a:p>
          <a:r>
            <a:rPr lang="en-US"/>
            <a:t>Apply K-Means with three clusters and visualize the result.</a:t>
          </a:r>
        </a:p>
      </dgm:t>
    </dgm:pt>
    <dgm:pt modelId="{336D0D34-4463-4792-A433-9543F823A7F9}" type="parTrans" cxnId="{57AAB1BE-B3F8-49A7-8FB6-91056C28DF9F}">
      <dgm:prSet/>
      <dgm:spPr/>
      <dgm:t>
        <a:bodyPr/>
        <a:lstStyle/>
        <a:p>
          <a:endParaRPr lang="en-US"/>
        </a:p>
      </dgm:t>
    </dgm:pt>
    <dgm:pt modelId="{43275F79-E016-475E-BA89-3796DC56E0F4}" type="sibTrans" cxnId="{57AAB1BE-B3F8-49A7-8FB6-91056C28DF9F}">
      <dgm:prSet/>
      <dgm:spPr/>
      <dgm:t>
        <a:bodyPr/>
        <a:lstStyle/>
        <a:p>
          <a:endParaRPr lang="en-US"/>
        </a:p>
      </dgm:t>
    </dgm:pt>
    <dgm:pt modelId="{4B5AF1C6-27C3-488F-B889-E37212708753}" type="pres">
      <dgm:prSet presAssocID="{D250FD82-A010-4562-9378-92F533499CA1}" presName="Name0" presStyleCnt="0">
        <dgm:presLayoutVars>
          <dgm:dir/>
          <dgm:resizeHandles val="exact"/>
        </dgm:presLayoutVars>
      </dgm:prSet>
      <dgm:spPr/>
    </dgm:pt>
    <dgm:pt modelId="{4A0AF0BD-05DF-4B37-8CFD-1D02E8BC92E2}" type="pres">
      <dgm:prSet presAssocID="{375604D4-0990-42D9-9648-3EC099660060}" presName="node" presStyleLbl="node1" presStyleIdx="0" presStyleCnt="6">
        <dgm:presLayoutVars>
          <dgm:bulletEnabled val="1"/>
        </dgm:presLayoutVars>
      </dgm:prSet>
      <dgm:spPr/>
    </dgm:pt>
    <dgm:pt modelId="{77A80E12-C978-4FCC-8BAF-B4522F31B425}" type="pres">
      <dgm:prSet presAssocID="{8B0BC8CA-2B55-4B1A-9FA0-E049200BBE83}" presName="sibTrans" presStyleLbl="sibTrans1D1" presStyleIdx="0" presStyleCnt="5"/>
      <dgm:spPr/>
    </dgm:pt>
    <dgm:pt modelId="{C2EE9696-6217-4571-A8CE-1CE9A4534930}" type="pres">
      <dgm:prSet presAssocID="{8B0BC8CA-2B55-4B1A-9FA0-E049200BBE83}" presName="connectorText" presStyleLbl="sibTrans1D1" presStyleIdx="0" presStyleCnt="5"/>
      <dgm:spPr/>
    </dgm:pt>
    <dgm:pt modelId="{143E8D74-DF21-4997-A2B4-C2959B6881C6}" type="pres">
      <dgm:prSet presAssocID="{E16F83C7-AE1D-491A-BBD6-EDF75641919D}" presName="node" presStyleLbl="node1" presStyleIdx="1" presStyleCnt="6">
        <dgm:presLayoutVars>
          <dgm:bulletEnabled val="1"/>
        </dgm:presLayoutVars>
      </dgm:prSet>
      <dgm:spPr/>
    </dgm:pt>
    <dgm:pt modelId="{0F1CADCF-5847-4361-91C5-087B252DE0DD}" type="pres">
      <dgm:prSet presAssocID="{2508852F-10E7-4D60-936A-217582779DDE}" presName="sibTrans" presStyleLbl="sibTrans1D1" presStyleIdx="1" presStyleCnt="5"/>
      <dgm:spPr/>
    </dgm:pt>
    <dgm:pt modelId="{93804012-B715-44FA-90AA-366C4CCC0AC9}" type="pres">
      <dgm:prSet presAssocID="{2508852F-10E7-4D60-936A-217582779DDE}" presName="connectorText" presStyleLbl="sibTrans1D1" presStyleIdx="1" presStyleCnt="5"/>
      <dgm:spPr/>
    </dgm:pt>
    <dgm:pt modelId="{81CEBAB5-9A57-4893-89BF-6F013BA3C8CD}" type="pres">
      <dgm:prSet presAssocID="{3E9F34C0-68B4-4B9F-B827-95E5CAAB6EAA}" presName="node" presStyleLbl="node1" presStyleIdx="2" presStyleCnt="6">
        <dgm:presLayoutVars>
          <dgm:bulletEnabled val="1"/>
        </dgm:presLayoutVars>
      </dgm:prSet>
      <dgm:spPr/>
    </dgm:pt>
    <dgm:pt modelId="{034B0616-F48B-4368-A166-CFC778076C81}" type="pres">
      <dgm:prSet presAssocID="{13E8E568-C99E-4A7A-92A1-0A72C2CEDBD1}" presName="sibTrans" presStyleLbl="sibTrans1D1" presStyleIdx="2" presStyleCnt="5"/>
      <dgm:spPr/>
    </dgm:pt>
    <dgm:pt modelId="{271B3F8E-D9B9-464F-BB24-69D135526F9B}" type="pres">
      <dgm:prSet presAssocID="{13E8E568-C99E-4A7A-92A1-0A72C2CEDBD1}" presName="connectorText" presStyleLbl="sibTrans1D1" presStyleIdx="2" presStyleCnt="5"/>
      <dgm:spPr/>
    </dgm:pt>
    <dgm:pt modelId="{DA553B44-747C-4B7D-860E-ABA071A4652C}" type="pres">
      <dgm:prSet presAssocID="{E8CFA884-9044-49F3-B169-53134681EC69}" presName="node" presStyleLbl="node1" presStyleIdx="3" presStyleCnt="6">
        <dgm:presLayoutVars>
          <dgm:bulletEnabled val="1"/>
        </dgm:presLayoutVars>
      </dgm:prSet>
      <dgm:spPr/>
    </dgm:pt>
    <dgm:pt modelId="{8B1A3A4A-56C7-49E1-9C83-0C9A28318CD3}" type="pres">
      <dgm:prSet presAssocID="{B9A22B62-A8FF-453F-85A6-9F6206460E71}" presName="sibTrans" presStyleLbl="sibTrans1D1" presStyleIdx="3" presStyleCnt="5"/>
      <dgm:spPr/>
    </dgm:pt>
    <dgm:pt modelId="{D401E026-844F-4E00-BB19-580976DA6DE4}" type="pres">
      <dgm:prSet presAssocID="{B9A22B62-A8FF-453F-85A6-9F6206460E71}" presName="connectorText" presStyleLbl="sibTrans1D1" presStyleIdx="3" presStyleCnt="5"/>
      <dgm:spPr/>
    </dgm:pt>
    <dgm:pt modelId="{A826DA4A-1EF0-42A1-BD0E-456B78F39811}" type="pres">
      <dgm:prSet presAssocID="{F3623D78-885E-4F8C-BA69-E479D49458F0}" presName="node" presStyleLbl="node1" presStyleIdx="4" presStyleCnt="6">
        <dgm:presLayoutVars>
          <dgm:bulletEnabled val="1"/>
        </dgm:presLayoutVars>
      </dgm:prSet>
      <dgm:spPr/>
    </dgm:pt>
    <dgm:pt modelId="{28F25EA7-62EF-4927-B412-A37BB6E63FF9}" type="pres">
      <dgm:prSet presAssocID="{0F387029-9FD8-4E97-9120-E5D1F39BD976}" presName="sibTrans" presStyleLbl="sibTrans1D1" presStyleIdx="4" presStyleCnt="5"/>
      <dgm:spPr/>
    </dgm:pt>
    <dgm:pt modelId="{766E2B36-E8C6-461A-93AC-E332D0839F5D}" type="pres">
      <dgm:prSet presAssocID="{0F387029-9FD8-4E97-9120-E5D1F39BD976}" presName="connectorText" presStyleLbl="sibTrans1D1" presStyleIdx="4" presStyleCnt="5"/>
      <dgm:spPr/>
    </dgm:pt>
    <dgm:pt modelId="{728467DD-9238-4079-9D99-11157BE751B7}" type="pres">
      <dgm:prSet presAssocID="{20DDEC6A-7AA3-4744-8E82-041239E95EB6}" presName="node" presStyleLbl="node1" presStyleIdx="5" presStyleCnt="6">
        <dgm:presLayoutVars>
          <dgm:bulletEnabled val="1"/>
        </dgm:presLayoutVars>
      </dgm:prSet>
      <dgm:spPr/>
    </dgm:pt>
  </dgm:ptLst>
  <dgm:cxnLst>
    <dgm:cxn modelId="{4D6CCF13-69F4-47EF-B295-D4F316AE09D7}" srcId="{D250FD82-A010-4562-9378-92F533499CA1}" destId="{3E9F34C0-68B4-4B9F-B827-95E5CAAB6EAA}" srcOrd="2" destOrd="0" parTransId="{B5F2A66B-05A5-4604-93D7-C87AA441FF33}" sibTransId="{13E8E568-C99E-4A7A-92A1-0A72C2CEDBD1}"/>
    <dgm:cxn modelId="{3C12341C-9A62-414D-9A9A-A83B88BB9825}" type="presOf" srcId="{D250FD82-A010-4562-9378-92F533499CA1}" destId="{4B5AF1C6-27C3-488F-B889-E37212708753}" srcOrd="0" destOrd="0" presId="urn:microsoft.com/office/officeart/2016/7/layout/RepeatingBendingProcessNew"/>
    <dgm:cxn modelId="{385EAE2B-1E4D-4D3D-BAEB-1D16310C64FC}" type="presOf" srcId="{E16F83C7-AE1D-491A-BBD6-EDF75641919D}" destId="{143E8D74-DF21-4997-A2B4-C2959B6881C6}" srcOrd="0" destOrd="0" presId="urn:microsoft.com/office/officeart/2016/7/layout/RepeatingBendingProcessNew"/>
    <dgm:cxn modelId="{C101C531-8AF6-43B1-BFCD-89DDD4663E15}" type="presOf" srcId="{375604D4-0990-42D9-9648-3EC099660060}" destId="{4A0AF0BD-05DF-4B37-8CFD-1D02E8BC92E2}" srcOrd="0" destOrd="0" presId="urn:microsoft.com/office/officeart/2016/7/layout/RepeatingBendingProcessNew"/>
    <dgm:cxn modelId="{823ED13C-F5F0-4E98-9C94-724DB2C4562C}" type="presOf" srcId="{8B0BC8CA-2B55-4B1A-9FA0-E049200BBE83}" destId="{77A80E12-C978-4FCC-8BAF-B4522F31B425}" srcOrd="0" destOrd="0" presId="urn:microsoft.com/office/officeart/2016/7/layout/RepeatingBendingProcessNew"/>
    <dgm:cxn modelId="{94E87565-8C66-4C7B-B77E-516563D6BB02}" srcId="{D250FD82-A010-4562-9378-92F533499CA1}" destId="{375604D4-0990-42D9-9648-3EC099660060}" srcOrd="0" destOrd="0" parTransId="{9E875C37-BBCA-4575-91F3-9E1AE1CD5FDC}" sibTransId="{8B0BC8CA-2B55-4B1A-9FA0-E049200BBE83}"/>
    <dgm:cxn modelId="{6A7B406A-47F8-4E6D-80DF-5A0A078789B0}" type="presOf" srcId="{13E8E568-C99E-4A7A-92A1-0A72C2CEDBD1}" destId="{271B3F8E-D9B9-464F-BB24-69D135526F9B}" srcOrd="1" destOrd="0" presId="urn:microsoft.com/office/officeart/2016/7/layout/RepeatingBendingProcessNew"/>
    <dgm:cxn modelId="{8537BB52-829C-4CD6-89CD-C8D4E7A95BFD}" type="presOf" srcId="{8B0BC8CA-2B55-4B1A-9FA0-E049200BBE83}" destId="{C2EE9696-6217-4571-A8CE-1CE9A4534930}" srcOrd="1" destOrd="0" presId="urn:microsoft.com/office/officeart/2016/7/layout/RepeatingBendingProcessNew"/>
    <dgm:cxn modelId="{7C2D0A73-852E-47FD-B0B6-58C3475BC1AD}" srcId="{D250FD82-A010-4562-9378-92F533499CA1}" destId="{E8CFA884-9044-49F3-B169-53134681EC69}" srcOrd="3" destOrd="0" parTransId="{4259B2E7-26FE-4264-8E9E-DBBF60A39D9F}" sibTransId="{B9A22B62-A8FF-453F-85A6-9F6206460E71}"/>
    <dgm:cxn modelId="{9B9B3881-7058-41E5-B808-1FAE1D731B92}" type="presOf" srcId="{2508852F-10E7-4D60-936A-217582779DDE}" destId="{0F1CADCF-5847-4361-91C5-087B252DE0DD}" srcOrd="0" destOrd="0" presId="urn:microsoft.com/office/officeart/2016/7/layout/RepeatingBendingProcessNew"/>
    <dgm:cxn modelId="{806EC88E-982F-4441-9969-1BC15DB041EF}" srcId="{D250FD82-A010-4562-9378-92F533499CA1}" destId="{F3623D78-885E-4F8C-BA69-E479D49458F0}" srcOrd="4" destOrd="0" parTransId="{9C84F5CC-4D25-4E20-A163-C5A1FEEAB52E}" sibTransId="{0F387029-9FD8-4E97-9120-E5D1F39BD976}"/>
    <dgm:cxn modelId="{2FE0EE9F-0BBA-4624-8969-B85D63AC23B9}" type="presOf" srcId="{0F387029-9FD8-4E97-9120-E5D1F39BD976}" destId="{766E2B36-E8C6-461A-93AC-E332D0839F5D}" srcOrd="1" destOrd="0" presId="urn:microsoft.com/office/officeart/2016/7/layout/RepeatingBendingProcessNew"/>
    <dgm:cxn modelId="{04ED62A2-328C-4BBB-B391-8FAFF6BEBBA7}" type="presOf" srcId="{B9A22B62-A8FF-453F-85A6-9F6206460E71}" destId="{8B1A3A4A-56C7-49E1-9C83-0C9A28318CD3}" srcOrd="0" destOrd="0" presId="urn:microsoft.com/office/officeart/2016/7/layout/RepeatingBendingProcessNew"/>
    <dgm:cxn modelId="{939F99A9-4E9E-46B5-8EB8-7487D344BEBA}" type="presOf" srcId="{B9A22B62-A8FF-453F-85A6-9F6206460E71}" destId="{D401E026-844F-4E00-BB19-580976DA6DE4}" srcOrd="1" destOrd="0" presId="urn:microsoft.com/office/officeart/2016/7/layout/RepeatingBendingProcessNew"/>
    <dgm:cxn modelId="{57AAB1BE-B3F8-49A7-8FB6-91056C28DF9F}" srcId="{D250FD82-A010-4562-9378-92F533499CA1}" destId="{20DDEC6A-7AA3-4744-8E82-041239E95EB6}" srcOrd="5" destOrd="0" parTransId="{336D0D34-4463-4792-A433-9543F823A7F9}" sibTransId="{43275F79-E016-475E-BA89-3796DC56E0F4}"/>
    <dgm:cxn modelId="{3D68D0CC-0BE7-41D1-A415-1B875E405F27}" type="presOf" srcId="{3E9F34C0-68B4-4B9F-B827-95E5CAAB6EAA}" destId="{81CEBAB5-9A57-4893-89BF-6F013BA3C8CD}" srcOrd="0" destOrd="0" presId="urn:microsoft.com/office/officeart/2016/7/layout/RepeatingBendingProcessNew"/>
    <dgm:cxn modelId="{234290D1-0CDB-4FF7-9574-FA3E74271B85}" type="presOf" srcId="{E8CFA884-9044-49F3-B169-53134681EC69}" destId="{DA553B44-747C-4B7D-860E-ABA071A4652C}" srcOrd="0" destOrd="0" presId="urn:microsoft.com/office/officeart/2016/7/layout/RepeatingBendingProcessNew"/>
    <dgm:cxn modelId="{E0B909E7-11AD-433F-AB69-262A67B83388}" type="presOf" srcId="{F3623D78-885E-4F8C-BA69-E479D49458F0}" destId="{A826DA4A-1EF0-42A1-BD0E-456B78F39811}" srcOrd="0" destOrd="0" presId="urn:microsoft.com/office/officeart/2016/7/layout/RepeatingBendingProcessNew"/>
    <dgm:cxn modelId="{863D00EC-D811-482D-9208-509C7F36DBC7}" srcId="{D250FD82-A010-4562-9378-92F533499CA1}" destId="{E16F83C7-AE1D-491A-BBD6-EDF75641919D}" srcOrd="1" destOrd="0" parTransId="{D5F3B86C-0CA5-41F5-8EE2-4BD248B7EA86}" sibTransId="{2508852F-10E7-4D60-936A-217582779DDE}"/>
    <dgm:cxn modelId="{7BC46AEC-6FD7-4DE1-9EFF-7520F4F25125}" type="presOf" srcId="{20DDEC6A-7AA3-4744-8E82-041239E95EB6}" destId="{728467DD-9238-4079-9D99-11157BE751B7}" srcOrd="0" destOrd="0" presId="urn:microsoft.com/office/officeart/2016/7/layout/RepeatingBendingProcessNew"/>
    <dgm:cxn modelId="{935422F4-EC70-48B2-A777-6778E443A1DF}" type="presOf" srcId="{2508852F-10E7-4D60-936A-217582779DDE}" destId="{93804012-B715-44FA-90AA-366C4CCC0AC9}" srcOrd="1" destOrd="0" presId="urn:microsoft.com/office/officeart/2016/7/layout/RepeatingBendingProcessNew"/>
    <dgm:cxn modelId="{A2EBCFFF-844D-49B6-A3B1-48BEDCA07C43}" type="presOf" srcId="{0F387029-9FD8-4E97-9120-E5D1F39BD976}" destId="{28F25EA7-62EF-4927-B412-A37BB6E63FF9}" srcOrd="0" destOrd="0" presId="urn:microsoft.com/office/officeart/2016/7/layout/RepeatingBendingProcessNew"/>
    <dgm:cxn modelId="{F490D6FF-63A6-4556-AB9E-4C47F6678AD3}" type="presOf" srcId="{13E8E568-C99E-4A7A-92A1-0A72C2CEDBD1}" destId="{034B0616-F48B-4368-A166-CFC778076C81}" srcOrd="0" destOrd="0" presId="urn:microsoft.com/office/officeart/2016/7/layout/RepeatingBendingProcessNew"/>
    <dgm:cxn modelId="{C3DD0438-FD00-4170-B7AF-5AAC69A0039C}" type="presParOf" srcId="{4B5AF1C6-27C3-488F-B889-E37212708753}" destId="{4A0AF0BD-05DF-4B37-8CFD-1D02E8BC92E2}" srcOrd="0" destOrd="0" presId="urn:microsoft.com/office/officeart/2016/7/layout/RepeatingBendingProcessNew"/>
    <dgm:cxn modelId="{DE893408-AD9D-4BC4-8BAF-BC50D1DE1818}" type="presParOf" srcId="{4B5AF1C6-27C3-488F-B889-E37212708753}" destId="{77A80E12-C978-4FCC-8BAF-B4522F31B425}" srcOrd="1" destOrd="0" presId="urn:microsoft.com/office/officeart/2016/7/layout/RepeatingBendingProcessNew"/>
    <dgm:cxn modelId="{E751C0D6-35FA-4CD4-A9F3-000D060A36FE}" type="presParOf" srcId="{77A80E12-C978-4FCC-8BAF-B4522F31B425}" destId="{C2EE9696-6217-4571-A8CE-1CE9A4534930}" srcOrd="0" destOrd="0" presId="urn:microsoft.com/office/officeart/2016/7/layout/RepeatingBendingProcessNew"/>
    <dgm:cxn modelId="{3C1560D3-89F1-4EF1-B75D-C12F1912FF01}" type="presParOf" srcId="{4B5AF1C6-27C3-488F-B889-E37212708753}" destId="{143E8D74-DF21-4997-A2B4-C2959B6881C6}" srcOrd="2" destOrd="0" presId="urn:microsoft.com/office/officeart/2016/7/layout/RepeatingBendingProcessNew"/>
    <dgm:cxn modelId="{5AA07E2B-8D78-4DA8-98B1-3118E5BFFC4B}" type="presParOf" srcId="{4B5AF1C6-27C3-488F-B889-E37212708753}" destId="{0F1CADCF-5847-4361-91C5-087B252DE0DD}" srcOrd="3" destOrd="0" presId="urn:microsoft.com/office/officeart/2016/7/layout/RepeatingBendingProcessNew"/>
    <dgm:cxn modelId="{FD640EE0-794D-438E-9866-EEAEE3290A41}" type="presParOf" srcId="{0F1CADCF-5847-4361-91C5-087B252DE0DD}" destId="{93804012-B715-44FA-90AA-366C4CCC0AC9}" srcOrd="0" destOrd="0" presId="urn:microsoft.com/office/officeart/2016/7/layout/RepeatingBendingProcessNew"/>
    <dgm:cxn modelId="{47469B9F-42C1-4AEE-9D44-B652DC1C9FBB}" type="presParOf" srcId="{4B5AF1C6-27C3-488F-B889-E37212708753}" destId="{81CEBAB5-9A57-4893-89BF-6F013BA3C8CD}" srcOrd="4" destOrd="0" presId="urn:microsoft.com/office/officeart/2016/7/layout/RepeatingBendingProcessNew"/>
    <dgm:cxn modelId="{25C61212-A7B1-41D7-850E-350543BBF959}" type="presParOf" srcId="{4B5AF1C6-27C3-488F-B889-E37212708753}" destId="{034B0616-F48B-4368-A166-CFC778076C81}" srcOrd="5" destOrd="0" presId="urn:microsoft.com/office/officeart/2016/7/layout/RepeatingBendingProcessNew"/>
    <dgm:cxn modelId="{A52F0FC3-C3C2-4052-9B6C-046998ADD860}" type="presParOf" srcId="{034B0616-F48B-4368-A166-CFC778076C81}" destId="{271B3F8E-D9B9-464F-BB24-69D135526F9B}" srcOrd="0" destOrd="0" presId="urn:microsoft.com/office/officeart/2016/7/layout/RepeatingBendingProcessNew"/>
    <dgm:cxn modelId="{4E9E17CB-BEB7-4049-99EC-3E0265E407CE}" type="presParOf" srcId="{4B5AF1C6-27C3-488F-B889-E37212708753}" destId="{DA553B44-747C-4B7D-860E-ABA071A4652C}" srcOrd="6" destOrd="0" presId="urn:microsoft.com/office/officeart/2016/7/layout/RepeatingBendingProcessNew"/>
    <dgm:cxn modelId="{49A5E32E-7712-4B90-B6B0-871554E716F6}" type="presParOf" srcId="{4B5AF1C6-27C3-488F-B889-E37212708753}" destId="{8B1A3A4A-56C7-49E1-9C83-0C9A28318CD3}" srcOrd="7" destOrd="0" presId="urn:microsoft.com/office/officeart/2016/7/layout/RepeatingBendingProcessNew"/>
    <dgm:cxn modelId="{B22C815C-7125-4F40-B37C-52D51B4F22AE}" type="presParOf" srcId="{8B1A3A4A-56C7-49E1-9C83-0C9A28318CD3}" destId="{D401E026-844F-4E00-BB19-580976DA6DE4}" srcOrd="0" destOrd="0" presId="urn:microsoft.com/office/officeart/2016/7/layout/RepeatingBendingProcessNew"/>
    <dgm:cxn modelId="{6E843D3C-2D9F-4DDB-B998-293900139360}" type="presParOf" srcId="{4B5AF1C6-27C3-488F-B889-E37212708753}" destId="{A826DA4A-1EF0-42A1-BD0E-456B78F39811}" srcOrd="8" destOrd="0" presId="urn:microsoft.com/office/officeart/2016/7/layout/RepeatingBendingProcessNew"/>
    <dgm:cxn modelId="{361D96E1-08C8-4961-8B34-9E3C5E939DCE}" type="presParOf" srcId="{4B5AF1C6-27C3-488F-B889-E37212708753}" destId="{28F25EA7-62EF-4927-B412-A37BB6E63FF9}" srcOrd="9" destOrd="0" presId="urn:microsoft.com/office/officeart/2016/7/layout/RepeatingBendingProcessNew"/>
    <dgm:cxn modelId="{2995D1A3-FF71-4A0E-967B-960D4D48E0BA}" type="presParOf" srcId="{28F25EA7-62EF-4927-B412-A37BB6E63FF9}" destId="{766E2B36-E8C6-461A-93AC-E332D0839F5D}" srcOrd="0" destOrd="0" presId="urn:microsoft.com/office/officeart/2016/7/layout/RepeatingBendingProcessNew"/>
    <dgm:cxn modelId="{C32BFD0C-5AE6-422B-9DC6-3E3A6FFDC5F6}" type="presParOf" srcId="{4B5AF1C6-27C3-488F-B889-E37212708753}" destId="{728467DD-9238-4079-9D99-11157BE751B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D5EE39-51D5-4362-91FC-73FFD0A870B8}" type="doc">
      <dgm:prSet loTypeId="urn:microsoft.com/office/officeart/2005/8/layout/vProcess5" loCatId="process" qsTypeId="urn:microsoft.com/office/officeart/2005/8/quickstyle/simple1#31" qsCatId="simple" csTypeId="urn:microsoft.com/office/officeart/2005/8/colors/colorful2#11" csCatId="colorful"/>
      <dgm:spPr/>
      <dgm:t>
        <a:bodyPr/>
        <a:lstStyle/>
        <a:p>
          <a:endParaRPr lang="en-US"/>
        </a:p>
      </dgm:t>
    </dgm:pt>
    <dgm:pt modelId="{527310B9-2B6B-47AA-81D9-7F5211F3A6BA}">
      <dgm:prSet/>
      <dgm:spPr/>
      <dgm:t>
        <a:bodyPr/>
        <a:lstStyle/>
        <a:p>
          <a:r>
            <a:rPr lang="en-US"/>
            <a:t>Age – numerical patient-related feature.</a:t>
          </a:r>
        </a:p>
      </dgm:t>
    </dgm:pt>
    <dgm:pt modelId="{65FB3BC3-7D6B-4D4B-AEA5-A039956BB66E}" type="parTrans" cxnId="{6F5D7F34-DD77-4261-96B2-C594A5876FC6}">
      <dgm:prSet/>
      <dgm:spPr/>
      <dgm:t>
        <a:bodyPr/>
        <a:lstStyle/>
        <a:p>
          <a:endParaRPr lang="en-US"/>
        </a:p>
      </dgm:t>
    </dgm:pt>
    <dgm:pt modelId="{D2B33546-5E0A-4F93-B5CD-32C7F1963F55}" type="sibTrans" cxnId="{6F5D7F34-DD77-4261-96B2-C594A5876FC6}">
      <dgm:prSet/>
      <dgm:spPr/>
      <dgm:t>
        <a:bodyPr/>
        <a:lstStyle/>
        <a:p>
          <a:endParaRPr lang="en-US"/>
        </a:p>
      </dgm:t>
    </dgm:pt>
    <dgm:pt modelId="{6B952610-6006-4218-9704-FEBC3A216977}">
      <dgm:prSet/>
      <dgm:spPr/>
      <dgm:t>
        <a:bodyPr/>
        <a:lstStyle/>
        <a:p>
          <a:r>
            <a:rPr lang="en-US"/>
            <a:t>Severity_Level – Low, Medium, High; mapped to 0, 1, 2.</a:t>
          </a:r>
        </a:p>
      </dgm:t>
    </dgm:pt>
    <dgm:pt modelId="{C26A1EC8-3C06-4AC6-ACCA-77334D111095}" type="parTrans" cxnId="{5FFAE67E-0A63-4371-AD1B-F500AC51D897}">
      <dgm:prSet/>
      <dgm:spPr/>
      <dgm:t>
        <a:bodyPr/>
        <a:lstStyle/>
        <a:p>
          <a:endParaRPr lang="en-US"/>
        </a:p>
      </dgm:t>
    </dgm:pt>
    <dgm:pt modelId="{A2FE4FC3-7263-404A-B743-D96ACF9BAF97}" type="sibTrans" cxnId="{5FFAE67E-0A63-4371-AD1B-F500AC51D897}">
      <dgm:prSet/>
      <dgm:spPr/>
      <dgm:t>
        <a:bodyPr/>
        <a:lstStyle/>
        <a:p>
          <a:endParaRPr lang="en-US"/>
        </a:p>
      </dgm:t>
    </dgm:pt>
    <dgm:pt modelId="{3002658B-7A68-4A12-A894-E1F79442736F}">
      <dgm:prSet/>
      <dgm:spPr/>
      <dgm:t>
        <a:bodyPr/>
        <a:lstStyle/>
        <a:p>
          <a:r>
            <a:rPr lang="en-US"/>
            <a:t>Length_of_Stay_Days – duration of stay.</a:t>
          </a:r>
        </a:p>
      </dgm:t>
    </dgm:pt>
    <dgm:pt modelId="{788BAC93-10E7-4D4D-A769-4BAC16A1042D}" type="parTrans" cxnId="{5FF754B2-ED8A-4D44-9237-B9F756571B55}">
      <dgm:prSet/>
      <dgm:spPr/>
      <dgm:t>
        <a:bodyPr/>
        <a:lstStyle/>
        <a:p>
          <a:endParaRPr lang="en-US"/>
        </a:p>
      </dgm:t>
    </dgm:pt>
    <dgm:pt modelId="{CAD162EB-5DF5-4011-8B49-9D366164F743}" type="sibTrans" cxnId="{5FF754B2-ED8A-4D44-9237-B9F756571B55}">
      <dgm:prSet/>
      <dgm:spPr/>
      <dgm:t>
        <a:bodyPr/>
        <a:lstStyle/>
        <a:p>
          <a:endParaRPr lang="en-US"/>
        </a:p>
      </dgm:t>
    </dgm:pt>
    <dgm:pt modelId="{B87605D3-6CA4-4A82-B52E-E131CA9F10B0}">
      <dgm:prSet/>
      <dgm:spPr/>
      <dgm:t>
        <a:bodyPr/>
        <a:lstStyle/>
        <a:p>
          <a:r>
            <a:rPr lang="en-US"/>
            <a:t>Wait_Time_Minutes – waiting time.</a:t>
          </a:r>
        </a:p>
      </dgm:t>
    </dgm:pt>
    <dgm:pt modelId="{59488FF8-A5F0-4B8D-B742-700A7B2179A8}" type="parTrans" cxnId="{3830CE22-7554-4F70-8C1F-061176548566}">
      <dgm:prSet/>
      <dgm:spPr/>
      <dgm:t>
        <a:bodyPr/>
        <a:lstStyle/>
        <a:p>
          <a:endParaRPr lang="en-US"/>
        </a:p>
      </dgm:t>
    </dgm:pt>
    <dgm:pt modelId="{97C5D2FC-94DE-4FA9-BF3D-800697AF6091}" type="sibTrans" cxnId="{3830CE22-7554-4F70-8C1F-061176548566}">
      <dgm:prSet/>
      <dgm:spPr/>
      <dgm:t>
        <a:bodyPr/>
        <a:lstStyle/>
        <a:p>
          <a:endParaRPr lang="en-US"/>
        </a:p>
      </dgm:t>
    </dgm:pt>
    <dgm:pt modelId="{2A61B55F-5071-406A-83FF-9EB4814E4A13}">
      <dgm:prSet/>
      <dgm:spPr/>
      <dgm:t>
        <a:bodyPr/>
        <a:lstStyle/>
        <a:p>
          <a:r>
            <a:rPr lang="en-US"/>
            <a:t>Treatment_Cost_USD – treatment cost.</a:t>
          </a:r>
        </a:p>
      </dgm:t>
    </dgm:pt>
    <dgm:pt modelId="{2AA2E7CD-A20E-4858-BD81-B0FB25E8D137}" type="parTrans" cxnId="{63FC2382-D5D2-49E3-BC38-AC5BF6868878}">
      <dgm:prSet/>
      <dgm:spPr/>
      <dgm:t>
        <a:bodyPr/>
        <a:lstStyle/>
        <a:p>
          <a:endParaRPr lang="en-US"/>
        </a:p>
      </dgm:t>
    </dgm:pt>
    <dgm:pt modelId="{0BB8BF7C-6CEC-4525-920F-999C6218C59D}" type="sibTrans" cxnId="{63FC2382-D5D2-49E3-BC38-AC5BF6868878}">
      <dgm:prSet/>
      <dgm:spPr/>
      <dgm:t>
        <a:bodyPr/>
        <a:lstStyle/>
        <a:p>
          <a:endParaRPr lang="en-US"/>
        </a:p>
      </dgm:t>
    </dgm:pt>
    <dgm:pt modelId="{3A75003E-487D-4386-B285-82CAE5F39D28}" type="pres">
      <dgm:prSet presAssocID="{5AD5EE39-51D5-4362-91FC-73FFD0A870B8}" presName="outerComposite" presStyleCnt="0">
        <dgm:presLayoutVars>
          <dgm:chMax val="5"/>
          <dgm:dir/>
          <dgm:resizeHandles val="exact"/>
        </dgm:presLayoutVars>
      </dgm:prSet>
      <dgm:spPr/>
    </dgm:pt>
    <dgm:pt modelId="{C00E6D71-F524-4445-96AB-1C241A53F661}" type="pres">
      <dgm:prSet presAssocID="{5AD5EE39-51D5-4362-91FC-73FFD0A870B8}" presName="dummyMaxCanvas" presStyleCnt="0">
        <dgm:presLayoutVars/>
      </dgm:prSet>
      <dgm:spPr/>
    </dgm:pt>
    <dgm:pt modelId="{3EE94DC2-5892-44E0-9F76-A1A474A340E2}" type="pres">
      <dgm:prSet presAssocID="{5AD5EE39-51D5-4362-91FC-73FFD0A870B8}" presName="FiveNodes_1" presStyleLbl="node1" presStyleIdx="0" presStyleCnt="5">
        <dgm:presLayoutVars>
          <dgm:bulletEnabled val="1"/>
        </dgm:presLayoutVars>
      </dgm:prSet>
      <dgm:spPr/>
    </dgm:pt>
    <dgm:pt modelId="{4B3648AB-39BD-40CF-8289-0FC6D440038D}" type="pres">
      <dgm:prSet presAssocID="{5AD5EE39-51D5-4362-91FC-73FFD0A870B8}" presName="FiveNodes_2" presStyleLbl="node1" presStyleIdx="1" presStyleCnt="5">
        <dgm:presLayoutVars>
          <dgm:bulletEnabled val="1"/>
        </dgm:presLayoutVars>
      </dgm:prSet>
      <dgm:spPr/>
    </dgm:pt>
    <dgm:pt modelId="{7D656FA5-D122-4538-84C5-629593BCBB94}" type="pres">
      <dgm:prSet presAssocID="{5AD5EE39-51D5-4362-91FC-73FFD0A870B8}" presName="FiveNodes_3" presStyleLbl="node1" presStyleIdx="2" presStyleCnt="5">
        <dgm:presLayoutVars>
          <dgm:bulletEnabled val="1"/>
        </dgm:presLayoutVars>
      </dgm:prSet>
      <dgm:spPr/>
    </dgm:pt>
    <dgm:pt modelId="{554BDB41-4DB7-4069-971E-06F9C9C22F56}" type="pres">
      <dgm:prSet presAssocID="{5AD5EE39-51D5-4362-91FC-73FFD0A870B8}" presName="FiveNodes_4" presStyleLbl="node1" presStyleIdx="3" presStyleCnt="5">
        <dgm:presLayoutVars>
          <dgm:bulletEnabled val="1"/>
        </dgm:presLayoutVars>
      </dgm:prSet>
      <dgm:spPr/>
    </dgm:pt>
    <dgm:pt modelId="{7464BFDC-C1F0-487F-B016-3D79E136F108}" type="pres">
      <dgm:prSet presAssocID="{5AD5EE39-51D5-4362-91FC-73FFD0A870B8}" presName="FiveNodes_5" presStyleLbl="node1" presStyleIdx="4" presStyleCnt="5">
        <dgm:presLayoutVars>
          <dgm:bulletEnabled val="1"/>
        </dgm:presLayoutVars>
      </dgm:prSet>
      <dgm:spPr/>
    </dgm:pt>
    <dgm:pt modelId="{5111C77A-6D1A-4B4E-9B26-49463C83AE12}" type="pres">
      <dgm:prSet presAssocID="{5AD5EE39-51D5-4362-91FC-73FFD0A870B8}" presName="FiveConn_1-2" presStyleLbl="fgAccFollowNode1" presStyleIdx="0" presStyleCnt="4">
        <dgm:presLayoutVars>
          <dgm:bulletEnabled val="1"/>
        </dgm:presLayoutVars>
      </dgm:prSet>
      <dgm:spPr/>
    </dgm:pt>
    <dgm:pt modelId="{E33CCCE4-B147-4393-8013-F0AE491E2A1D}" type="pres">
      <dgm:prSet presAssocID="{5AD5EE39-51D5-4362-91FC-73FFD0A870B8}" presName="FiveConn_2-3" presStyleLbl="fgAccFollowNode1" presStyleIdx="1" presStyleCnt="4">
        <dgm:presLayoutVars>
          <dgm:bulletEnabled val="1"/>
        </dgm:presLayoutVars>
      </dgm:prSet>
      <dgm:spPr/>
    </dgm:pt>
    <dgm:pt modelId="{35CA2586-07D1-467E-8485-3B735F5BA4C5}" type="pres">
      <dgm:prSet presAssocID="{5AD5EE39-51D5-4362-91FC-73FFD0A870B8}" presName="FiveConn_3-4" presStyleLbl="fgAccFollowNode1" presStyleIdx="2" presStyleCnt="4">
        <dgm:presLayoutVars>
          <dgm:bulletEnabled val="1"/>
        </dgm:presLayoutVars>
      </dgm:prSet>
      <dgm:spPr/>
    </dgm:pt>
    <dgm:pt modelId="{399ABC21-7A61-4F89-8351-A832776C33B9}" type="pres">
      <dgm:prSet presAssocID="{5AD5EE39-51D5-4362-91FC-73FFD0A870B8}" presName="FiveConn_4-5" presStyleLbl="fgAccFollowNode1" presStyleIdx="3" presStyleCnt="4">
        <dgm:presLayoutVars>
          <dgm:bulletEnabled val="1"/>
        </dgm:presLayoutVars>
      </dgm:prSet>
      <dgm:spPr/>
    </dgm:pt>
    <dgm:pt modelId="{B986327B-C612-4618-8441-B0A9521A70CD}" type="pres">
      <dgm:prSet presAssocID="{5AD5EE39-51D5-4362-91FC-73FFD0A870B8}" presName="FiveNodes_1_text" presStyleLbl="node1" presStyleIdx="4" presStyleCnt="5">
        <dgm:presLayoutVars>
          <dgm:bulletEnabled val="1"/>
        </dgm:presLayoutVars>
      </dgm:prSet>
      <dgm:spPr/>
    </dgm:pt>
    <dgm:pt modelId="{68949B4A-8897-425A-B12F-BBFCC053CE54}" type="pres">
      <dgm:prSet presAssocID="{5AD5EE39-51D5-4362-91FC-73FFD0A870B8}" presName="FiveNodes_2_text" presStyleLbl="node1" presStyleIdx="4" presStyleCnt="5">
        <dgm:presLayoutVars>
          <dgm:bulletEnabled val="1"/>
        </dgm:presLayoutVars>
      </dgm:prSet>
      <dgm:spPr/>
    </dgm:pt>
    <dgm:pt modelId="{D3FF433F-32EA-4103-B5F1-A30CBA68934D}" type="pres">
      <dgm:prSet presAssocID="{5AD5EE39-51D5-4362-91FC-73FFD0A870B8}" presName="FiveNodes_3_text" presStyleLbl="node1" presStyleIdx="4" presStyleCnt="5">
        <dgm:presLayoutVars>
          <dgm:bulletEnabled val="1"/>
        </dgm:presLayoutVars>
      </dgm:prSet>
      <dgm:spPr/>
    </dgm:pt>
    <dgm:pt modelId="{463CF7C0-15A1-486B-B56F-FAFF90AC5AA0}" type="pres">
      <dgm:prSet presAssocID="{5AD5EE39-51D5-4362-91FC-73FFD0A870B8}" presName="FiveNodes_4_text" presStyleLbl="node1" presStyleIdx="4" presStyleCnt="5">
        <dgm:presLayoutVars>
          <dgm:bulletEnabled val="1"/>
        </dgm:presLayoutVars>
      </dgm:prSet>
      <dgm:spPr/>
    </dgm:pt>
    <dgm:pt modelId="{27010475-66E4-4400-8ACE-87489648666E}" type="pres">
      <dgm:prSet presAssocID="{5AD5EE39-51D5-4362-91FC-73FFD0A870B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A6AE109-0F94-451F-9D1E-AD387E172758}" type="presOf" srcId="{2A61B55F-5071-406A-83FF-9EB4814E4A13}" destId="{7464BFDC-C1F0-487F-B016-3D79E136F108}" srcOrd="0" destOrd="0" presId="urn:microsoft.com/office/officeart/2005/8/layout/vProcess5"/>
    <dgm:cxn modelId="{7A41B917-C426-424E-949E-70356FCCD73E}" type="presOf" srcId="{A2FE4FC3-7263-404A-B743-D96ACF9BAF97}" destId="{E33CCCE4-B147-4393-8013-F0AE491E2A1D}" srcOrd="0" destOrd="0" presId="urn:microsoft.com/office/officeart/2005/8/layout/vProcess5"/>
    <dgm:cxn modelId="{2F555D18-839F-4E25-B146-BB5324361596}" type="presOf" srcId="{B87605D3-6CA4-4A82-B52E-E131CA9F10B0}" destId="{463CF7C0-15A1-486B-B56F-FAFF90AC5AA0}" srcOrd="1" destOrd="0" presId="urn:microsoft.com/office/officeart/2005/8/layout/vProcess5"/>
    <dgm:cxn modelId="{3830CE22-7554-4F70-8C1F-061176548566}" srcId="{5AD5EE39-51D5-4362-91FC-73FFD0A870B8}" destId="{B87605D3-6CA4-4A82-B52E-E131CA9F10B0}" srcOrd="3" destOrd="0" parTransId="{59488FF8-A5F0-4B8D-B742-700A7B2179A8}" sibTransId="{97C5D2FC-94DE-4FA9-BF3D-800697AF6091}"/>
    <dgm:cxn modelId="{77631828-5AFF-477C-AB87-1C046168ACD3}" type="presOf" srcId="{6B952610-6006-4218-9704-FEBC3A216977}" destId="{4B3648AB-39BD-40CF-8289-0FC6D440038D}" srcOrd="0" destOrd="0" presId="urn:microsoft.com/office/officeart/2005/8/layout/vProcess5"/>
    <dgm:cxn modelId="{6F5D7F34-DD77-4261-96B2-C594A5876FC6}" srcId="{5AD5EE39-51D5-4362-91FC-73FFD0A870B8}" destId="{527310B9-2B6B-47AA-81D9-7F5211F3A6BA}" srcOrd="0" destOrd="0" parTransId="{65FB3BC3-7D6B-4D4B-AEA5-A039956BB66E}" sibTransId="{D2B33546-5E0A-4F93-B5CD-32C7F1963F55}"/>
    <dgm:cxn modelId="{6FD04246-9FCD-4B2B-890D-3017D48AEF7F}" type="presOf" srcId="{527310B9-2B6B-47AA-81D9-7F5211F3A6BA}" destId="{B986327B-C612-4618-8441-B0A9521A70CD}" srcOrd="1" destOrd="0" presId="urn:microsoft.com/office/officeart/2005/8/layout/vProcess5"/>
    <dgm:cxn modelId="{5FCE164A-CEEE-4E8B-9F7A-46B8365D0743}" type="presOf" srcId="{3002658B-7A68-4A12-A894-E1F79442736F}" destId="{D3FF433F-32EA-4103-B5F1-A30CBA68934D}" srcOrd="1" destOrd="0" presId="urn:microsoft.com/office/officeart/2005/8/layout/vProcess5"/>
    <dgm:cxn modelId="{E6D8A654-F02C-47B6-965D-323E0EE9F432}" type="presOf" srcId="{3002658B-7A68-4A12-A894-E1F79442736F}" destId="{7D656FA5-D122-4538-84C5-629593BCBB94}" srcOrd="0" destOrd="0" presId="urn:microsoft.com/office/officeart/2005/8/layout/vProcess5"/>
    <dgm:cxn modelId="{5FFAE67E-0A63-4371-AD1B-F500AC51D897}" srcId="{5AD5EE39-51D5-4362-91FC-73FFD0A870B8}" destId="{6B952610-6006-4218-9704-FEBC3A216977}" srcOrd="1" destOrd="0" parTransId="{C26A1EC8-3C06-4AC6-ACCA-77334D111095}" sibTransId="{A2FE4FC3-7263-404A-B743-D96ACF9BAF97}"/>
    <dgm:cxn modelId="{63FC2382-D5D2-49E3-BC38-AC5BF6868878}" srcId="{5AD5EE39-51D5-4362-91FC-73FFD0A870B8}" destId="{2A61B55F-5071-406A-83FF-9EB4814E4A13}" srcOrd="4" destOrd="0" parTransId="{2AA2E7CD-A20E-4858-BD81-B0FB25E8D137}" sibTransId="{0BB8BF7C-6CEC-4525-920F-999C6218C59D}"/>
    <dgm:cxn modelId="{3F7C1583-868A-4AC2-A79E-A5A1119D1ECA}" type="presOf" srcId="{527310B9-2B6B-47AA-81D9-7F5211F3A6BA}" destId="{3EE94DC2-5892-44E0-9F76-A1A474A340E2}" srcOrd="0" destOrd="0" presId="urn:microsoft.com/office/officeart/2005/8/layout/vProcess5"/>
    <dgm:cxn modelId="{FD31B8A4-99F5-400D-BDFA-6118B86F74FA}" type="presOf" srcId="{97C5D2FC-94DE-4FA9-BF3D-800697AF6091}" destId="{399ABC21-7A61-4F89-8351-A832776C33B9}" srcOrd="0" destOrd="0" presId="urn:microsoft.com/office/officeart/2005/8/layout/vProcess5"/>
    <dgm:cxn modelId="{87C1B8A7-4923-4407-ACED-9AD6FC25D478}" type="presOf" srcId="{5AD5EE39-51D5-4362-91FC-73FFD0A870B8}" destId="{3A75003E-487D-4386-B285-82CAE5F39D28}" srcOrd="0" destOrd="0" presId="urn:microsoft.com/office/officeart/2005/8/layout/vProcess5"/>
    <dgm:cxn modelId="{64E501AC-DEB5-4317-AB58-7AD7B5A2DFD9}" type="presOf" srcId="{B87605D3-6CA4-4A82-B52E-E131CA9F10B0}" destId="{554BDB41-4DB7-4069-971E-06F9C9C22F56}" srcOrd="0" destOrd="0" presId="urn:microsoft.com/office/officeart/2005/8/layout/vProcess5"/>
    <dgm:cxn modelId="{5FF754B2-ED8A-4D44-9237-B9F756571B55}" srcId="{5AD5EE39-51D5-4362-91FC-73FFD0A870B8}" destId="{3002658B-7A68-4A12-A894-E1F79442736F}" srcOrd="2" destOrd="0" parTransId="{788BAC93-10E7-4D4D-A769-4BAC16A1042D}" sibTransId="{CAD162EB-5DF5-4011-8B49-9D366164F743}"/>
    <dgm:cxn modelId="{30572EBE-4BAF-43FB-8A83-EDA0467FFAC9}" type="presOf" srcId="{D2B33546-5E0A-4F93-B5CD-32C7F1963F55}" destId="{5111C77A-6D1A-4B4E-9B26-49463C83AE12}" srcOrd="0" destOrd="0" presId="urn:microsoft.com/office/officeart/2005/8/layout/vProcess5"/>
    <dgm:cxn modelId="{3BFD2CEF-6B2E-4EB3-8D56-F6F904D26CC9}" type="presOf" srcId="{6B952610-6006-4218-9704-FEBC3A216977}" destId="{68949B4A-8897-425A-B12F-BBFCC053CE54}" srcOrd="1" destOrd="0" presId="urn:microsoft.com/office/officeart/2005/8/layout/vProcess5"/>
    <dgm:cxn modelId="{B9AE5AF8-0704-4AFB-B11D-CB7B9B9905C0}" type="presOf" srcId="{2A61B55F-5071-406A-83FF-9EB4814E4A13}" destId="{27010475-66E4-4400-8ACE-87489648666E}" srcOrd="1" destOrd="0" presId="urn:microsoft.com/office/officeart/2005/8/layout/vProcess5"/>
    <dgm:cxn modelId="{F71DBAF9-016A-4322-8871-32AB06E3B630}" type="presOf" srcId="{CAD162EB-5DF5-4011-8B49-9D366164F743}" destId="{35CA2586-07D1-467E-8485-3B735F5BA4C5}" srcOrd="0" destOrd="0" presId="urn:microsoft.com/office/officeart/2005/8/layout/vProcess5"/>
    <dgm:cxn modelId="{EA3DA605-A1C8-4344-A048-C1476337B52B}" type="presParOf" srcId="{3A75003E-487D-4386-B285-82CAE5F39D28}" destId="{C00E6D71-F524-4445-96AB-1C241A53F661}" srcOrd="0" destOrd="0" presId="urn:microsoft.com/office/officeart/2005/8/layout/vProcess5"/>
    <dgm:cxn modelId="{B4FA7A40-BE87-4C0A-890A-8D7C58870BD4}" type="presParOf" srcId="{3A75003E-487D-4386-B285-82CAE5F39D28}" destId="{3EE94DC2-5892-44E0-9F76-A1A474A340E2}" srcOrd="1" destOrd="0" presId="urn:microsoft.com/office/officeart/2005/8/layout/vProcess5"/>
    <dgm:cxn modelId="{BF9DD143-ADEE-404C-B57A-03CD531CEA79}" type="presParOf" srcId="{3A75003E-487D-4386-B285-82CAE5F39D28}" destId="{4B3648AB-39BD-40CF-8289-0FC6D440038D}" srcOrd="2" destOrd="0" presId="urn:microsoft.com/office/officeart/2005/8/layout/vProcess5"/>
    <dgm:cxn modelId="{B7BA679C-2350-48A5-8712-FC5F0029AB73}" type="presParOf" srcId="{3A75003E-487D-4386-B285-82CAE5F39D28}" destId="{7D656FA5-D122-4538-84C5-629593BCBB94}" srcOrd="3" destOrd="0" presId="urn:microsoft.com/office/officeart/2005/8/layout/vProcess5"/>
    <dgm:cxn modelId="{6A1388CF-950B-4CC9-B8C6-9456D4A6ED61}" type="presParOf" srcId="{3A75003E-487D-4386-B285-82CAE5F39D28}" destId="{554BDB41-4DB7-4069-971E-06F9C9C22F56}" srcOrd="4" destOrd="0" presId="urn:microsoft.com/office/officeart/2005/8/layout/vProcess5"/>
    <dgm:cxn modelId="{F94F9CFB-E80C-48D4-979E-42853BAC3A10}" type="presParOf" srcId="{3A75003E-487D-4386-B285-82CAE5F39D28}" destId="{7464BFDC-C1F0-487F-B016-3D79E136F108}" srcOrd="5" destOrd="0" presId="urn:microsoft.com/office/officeart/2005/8/layout/vProcess5"/>
    <dgm:cxn modelId="{60651ACD-D29C-4297-B2E1-68C4F7099A71}" type="presParOf" srcId="{3A75003E-487D-4386-B285-82CAE5F39D28}" destId="{5111C77A-6D1A-4B4E-9B26-49463C83AE12}" srcOrd="6" destOrd="0" presId="urn:microsoft.com/office/officeart/2005/8/layout/vProcess5"/>
    <dgm:cxn modelId="{8954A3D9-97B8-4A12-A894-3AD1E69D5AC4}" type="presParOf" srcId="{3A75003E-487D-4386-B285-82CAE5F39D28}" destId="{E33CCCE4-B147-4393-8013-F0AE491E2A1D}" srcOrd="7" destOrd="0" presId="urn:microsoft.com/office/officeart/2005/8/layout/vProcess5"/>
    <dgm:cxn modelId="{5717FA0A-5722-45EE-993C-012528ECF6CA}" type="presParOf" srcId="{3A75003E-487D-4386-B285-82CAE5F39D28}" destId="{35CA2586-07D1-467E-8485-3B735F5BA4C5}" srcOrd="8" destOrd="0" presId="urn:microsoft.com/office/officeart/2005/8/layout/vProcess5"/>
    <dgm:cxn modelId="{0EF973BD-69F8-4244-BAF9-98C254526335}" type="presParOf" srcId="{3A75003E-487D-4386-B285-82CAE5F39D28}" destId="{399ABC21-7A61-4F89-8351-A832776C33B9}" srcOrd="9" destOrd="0" presId="urn:microsoft.com/office/officeart/2005/8/layout/vProcess5"/>
    <dgm:cxn modelId="{1B98368A-F6DB-45EB-8714-C923BBE21B16}" type="presParOf" srcId="{3A75003E-487D-4386-B285-82CAE5F39D28}" destId="{B986327B-C612-4618-8441-B0A9521A70CD}" srcOrd="10" destOrd="0" presId="urn:microsoft.com/office/officeart/2005/8/layout/vProcess5"/>
    <dgm:cxn modelId="{88490675-FB8E-4F5B-9FED-77937489EB26}" type="presParOf" srcId="{3A75003E-487D-4386-B285-82CAE5F39D28}" destId="{68949B4A-8897-425A-B12F-BBFCC053CE54}" srcOrd="11" destOrd="0" presId="urn:microsoft.com/office/officeart/2005/8/layout/vProcess5"/>
    <dgm:cxn modelId="{8129E9A7-0023-455E-B405-2CD046F9BA13}" type="presParOf" srcId="{3A75003E-487D-4386-B285-82CAE5F39D28}" destId="{D3FF433F-32EA-4103-B5F1-A30CBA68934D}" srcOrd="12" destOrd="0" presId="urn:microsoft.com/office/officeart/2005/8/layout/vProcess5"/>
    <dgm:cxn modelId="{96C89937-D0F9-4EE4-B2B4-9459FFDD9039}" type="presParOf" srcId="{3A75003E-487D-4386-B285-82CAE5F39D28}" destId="{463CF7C0-15A1-486B-B56F-FAFF90AC5AA0}" srcOrd="13" destOrd="0" presId="urn:microsoft.com/office/officeart/2005/8/layout/vProcess5"/>
    <dgm:cxn modelId="{EB262317-4203-4E21-8AA7-4925FF36DDD7}" type="presParOf" srcId="{3A75003E-487D-4386-B285-82CAE5F39D28}" destId="{27010475-66E4-4400-8ACE-87489648666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B0CB66-5B32-432A-9DEE-24C0C44AC948}" type="doc">
      <dgm:prSet loTypeId="urn:microsoft.com/office/officeart/2018/5/layout/IconCircleLabelList" loCatId="icon" qsTypeId="urn:microsoft.com/office/officeart/2005/8/quickstyle/simple1#4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FF29CF1-6416-49CA-84C1-790B7D257149}">
      <dgm:prSet/>
      <dgm:spPr/>
      <dgm:t>
        <a:bodyPr/>
        <a:lstStyle/>
        <a:p>
          <a:pPr>
            <a:defRPr cap="all"/>
          </a:pPr>
          <a:r>
            <a:rPr lang="en-US"/>
            <a:t>Python</a:t>
          </a:r>
        </a:p>
      </dgm:t>
    </dgm:pt>
    <dgm:pt modelId="{4926C429-1D0F-42DE-8E70-6AE13D8C065B}" type="parTrans" cxnId="{17910483-DBA0-4631-8282-3E0721713C78}">
      <dgm:prSet/>
      <dgm:spPr/>
      <dgm:t>
        <a:bodyPr/>
        <a:lstStyle/>
        <a:p>
          <a:endParaRPr lang="en-US"/>
        </a:p>
      </dgm:t>
    </dgm:pt>
    <dgm:pt modelId="{D79483E5-7F9B-48AD-9607-63A65EF1C6B9}" type="sibTrans" cxnId="{17910483-DBA0-4631-8282-3E0721713C78}">
      <dgm:prSet/>
      <dgm:spPr/>
      <dgm:t>
        <a:bodyPr/>
        <a:lstStyle/>
        <a:p>
          <a:endParaRPr lang="en-US"/>
        </a:p>
      </dgm:t>
    </dgm:pt>
    <dgm:pt modelId="{EC3068F0-D3B4-4410-94FD-8F9D9DDD8E01}">
      <dgm:prSet/>
      <dgm:spPr/>
      <dgm:t>
        <a:bodyPr/>
        <a:lstStyle/>
        <a:p>
          <a:pPr>
            <a:defRPr cap="all"/>
          </a:pPr>
          <a:r>
            <a:rPr lang="en-US"/>
            <a:t>Pandas – data loading and manipulation</a:t>
          </a:r>
        </a:p>
      </dgm:t>
    </dgm:pt>
    <dgm:pt modelId="{9C7BDEA6-E775-4AA9-B8DB-BAA10A453E83}" type="parTrans" cxnId="{132D2508-6080-400C-A69A-7B65ECFA338F}">
      <dgm:prSet/>
      <dgm:spPr/>
      <dgm:t>
        <a:bodyPr/>
        <a:lstStyle/>
        <a:p>
          <a:endParaRPr lang="en-US"/>
        </a:p>
      </dgm:t>
    </dgm:pt>
    <dgm:pt modelId="{E6C9539D-57D8-4ECA-951F-D4FEDEC17819}" type="sibTrans" cxnId="{132D2508-6080-400C-A69A-7B65ECFA338F}">
      <dgm:prSet/>
      <dgm:spPr/>
      <dgm:t>
        <a:bodyPr/>
        <a:lstStyle/>
        <a:p>
          <a:endParaRPr lang="en-US"/>
        </a:p>
      </dgm:t>
    </dgm:pt>
    <dgm:pt modelId="{E383CA04-D1EE-418D-909A-5ED1EBDAE2A1}">
      <dgm:prSet/>
      <dgm:spPr/>
      <dgm:t>
        <a:bodyPr/>
        <a:lstStyle/>
        <a:p>
          <a:pPr>
            <a:defRPr cap="all"/>
          </a:pPr>
          <a:r>
            <a:rPr lang="en-US"/>
            <a:t>NumPy – numerical operations</a:t>
          </a:r>
        </a:p>
      </dgm:t>
    </dgm:pt>
    <dgm:pt modelId="{E1D1B3F7-3E25-4FC8-90AF-D428CB5FA459}" type="parTrans" cxnId="{85D0985E-507D-4653-B145-2EB4E7BA99A2}">
      <dgm:prSet/>
      <dgm:spPr/>
      <dgm:t>
        <a:bodyPr/>
        <a:lstStyle/>
        <a:p>
          <a:endParaRPr lang="en-US"/>
        </a:p>
      </dgm:t>
    </dgm:pt>
    <dgm:pt modelId="{8947433E-8E3A-41A5-AC69-14102ED641F6}" type="sibTrans" cxnId="{85D0985E-507D-4653-B145-2EB4E7BA99A2}">
      <dgm:prSet/>
      <dgm:spPr/>
      <dgm:t>
        <a:bodyPr/>
        <a:lstStyle/>
        <a:p>
          <a:endParaRPr lang="en-US"/>
        </a:p>
      </dgm:t>
    </dgm:pt>
    <dgm:pt modelId="{471E4D74-FEB3-4765-A836-E556969A1B7C}">
      <dgm:prSet/>
      <dgm:spPr/>
      <dgm:t>
        <a:bodyPr/>
        <a:lstStyle/>
        <a:p>
          <a:pPr>
            <a:defRPr cap="all"/>
          </a:pPr>
          <a:r>
            <a:rPr lang="en-US"/>
            <a:t>Matplotlib – visualization</a:t>
          </a:r>
        </a:p>
      </dgm:t>
    </dgm:pt>
    <dgm:pt modelId="{3375067D-D20E-4E9F-AD7E-A0CF567F3C9B}" type="parTrans" cxnId="{BFD9C984-7D78-46F6-998C-90FAB710DF77}">
      <dgm:prSet/>
      <dgm:spPr/>
      <dgm:t>
        <a:bodyPr/>
        <a:lstStyle/>
        <a:p>
          <a:endParaRPr lang="en-US"/>
        </a:p>
      </dgm:t>
    </dgm:pt>
    <dgm:pt modelId="{638DEBAB-8068-4E02-A3B1-4A380170586B}" type="sibTrans" cxnId="{BFD9C984-7D78-46F6-998C-90FAB710DF77}">
      <dgm:prSet/>
      <dgm:spPr/>
      <dgm:t>
        <a:bodyPr/>
        <a:lstStyle/>
        <a:p>
          <a:endParaRPr lang="en-US"/>
        </a:p>
      </dgm:t>
    </dgm:pt>
    <dgm:pt modelId="{5ED7332F-630E-4F02-92D4-34BCB5F39B6E}">
      <dgm:prSet/>
      <dgm:spPr/>
      <dgm:t>
        <a:bodyPr/>
        <a:lstStyle/>
        <a:p>
          <a:pPr>
            <a:defRPr cap="all"/>
          </a:pPr>
          <a:r>
            <a:rPr lang="en-US"/>
            <a:t>Scikit-learn – StandardScaler and KMeans</a:t>
          </a:r>
        </a:p>
      </dgm:t>
    </dgm:pt>
    <dgm:pt modelId="{7EAEC2C1-6364-4F58-ADC9-885B86F92051}" type="parTrans" cxnId="{4A6619EE-245D-4EC9-B998-B7C45E5A1A2D}">
      <dgm:prSet/>
      <dgm:spPr/>
      <dgm:t>
        <a:bodyPr/>
        <a:lstStyle/>
        <a:p>
          <a:endParaRPr lang="en-US"/>
        </a:p>
      </dgm:t>
    </dgm:pt>
    <dgm:pt modelId="{2FF86EF7-19CF-4D1D-AF41-4C447EB95648}" type="sibTrans" cxnId="{4A6619EE-245D-4EC9-B998-B7C45E5A1A2D}">
      <dgm:prSet/>
      <dgm:spPr/>
      <dgm:t>
        <a:bodyPr/>
        <a:lstStyle/>
        <a:p>
          <a:endParaRPr lang="en-US"/>
        </a:p>
      </dgm:t>
    </dgm:pt>
    <dgm:pt modelId="{F075D47D-C11C-472B-B1E5-973FF4BE4E8B}">
      <dgm:prSet/>
      <dgm:spPr/>
      <dgm:t>
        <a:bodyPr/>
        <a:lstStyle/>
        <a:p>
          <a:pPr>
            <a:defRPr cap="all"/>
          </a:pPr>
          <a:r>
            <a:rPr lang="en-US"/>
            <a:t>VS Code – development environment</a:t>
          </a:r>
        </a:p>
      </dgm:t>
    </dgm:pt>
    <dgm:pt modelId="{B97C2A60-6A8E-485A-81F0-B8307C13828A}" type="parTrans" cxnId="{D7729E5A-3893-4609-A1E7-8C072F42D159}">
      <dgm:prSet/>
      <dgm:spPr/>
      <dgm:t>
        <a:bodyPr/>
        <a:lstStyle/>
        <a:p>
          <a:endParaRPr lang="en-US"/>
        </a:p>
      </dgm:t>
    </dgm:pt>
    <dgm:pt modelId="{54E8404E-09A6-44D1-B7D2-300BC7EC3FAA}" type="sibTrans" cxnId="{D7729E5A-3893-4609-A1E7-8C072F42D159}">
      <dgm:prSet/>
      <dgm:spPr/>
      <dgm:t>
        <a:bodyPr/>
        <a:lstStyle/>
        <a:p>
          <a:endParaRPr lang="en-US"/>
        </a:p>
      </dgm:t>
    </dgm:pt>
    <dgm:pt modelId="{70BB92A4-AAA6-4D33-B6C6-043A4FE2B7B1}">
      <dgm:prSet/>
      <dgm:spPr/>
      <dgm:t>
        <a:bodyPr/>
        <a:lstStyle/>
        <a:p>
          <a:pPr>
            <a:defRPr cap="all"/>
          </a:pPr>
          <a:r>
            <a:rPr lang="en-US"/>
            <a:t>CSV – dataset format</a:t>
          </a:r>
        </a:p>
      </dgm:t>
    </dgm:pt>
    <dgm:pt modelId="{4025C84A-85D9-42B6-AE54-54E14AFDA264}" type="parTrans" cxnId="{E86238D5-67DC-4668-A505-131BC27C4301}">
      <dgm:prSet/>
      <dgm:spPr/>
      <dgm:t>
        <a:bodyPr/>
        <a:lstStyle/>
        <a:p>
          <a:endParaRPr lang="en-US"/>
        </a:p>
      </dgm:t>
    </dgm:pt>
    <dgm:pt modelId="{44C0A11C-D050-488C-A887-4414996A9E96}" type="sibTrans" cxnId="{E86238D5-67DC-4668-A505-131BC27C4301}">
      <dgm:prSet/>
      <dgm:spPr/>
      <dgm:t>
        <a:bodyPr/>
        <a:lstStyle/>
        <a:p>
          <a:endParaRPr lang="en-US"/>
        </a:p>
      </dgm:t>
    </dgm:pt>
    <dgm:pt modelId="{A293E084-2C2E-49ED-B3E0-D4ED0141F1E6}" type="pres">
      <dgm:prSet presAssocID="{E3B0CB66-5B32-432A-9DEE-24C0C44AC948}" presName="root" presStyleCnt="0">
        <dgm:presLayoutVars>
          <dgm:dir/>
          <dgm:resizeHandles val="exact"/>
        </dgm:presLayoutVars>
      </dgm:prSet>
      <dgm:spPr/>
    </dgm:pt>
    <dgm:pt modelId="{A5379049-7744-4B00-84FC-8041B245B8B9}" type="pres">
      <dgm:prSet presAssocID="{2FF29CF1-6416-49CA-84C1-790B7D257149}" presName="compNode" presStyleCnt="0"/>
      <dgm:spPr/>
    </dgm:pt>
    <dgm:pt modelId="{A1083613-E3AA-4017-8492-5C0880D4692E}" type="pres">
      <dgm:prSet presAssocID="{2FF29CF1-6416-49CA-84C1-790B7D257149}" presName="iconBgRect" presStyleLbl="bgShp" presStyleIdx="0" presStyleCnt="7"/>
      <dgm:spPr/>
    </dgm:pt>
    <dgm:pt modelId="{E069B36C-1F60-4CE7-8B7C-1C616DE61376}" type="pres">
      <dgm:prSet presAssocID="{2FF29CF1-6416-49CA-84C1-790B7D25714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0429B3A-06F5-4056-9C74-ECF7129CCCAC}" type="pres">
      <dgm:prSet presAssocID="{2FF29CF1-6416-49CA-84C1-790B7D257149}" presName="spaceRect" presStyleCnt="0"/>
      <dgm:spPr/>
    </dgm:pt>
    <dgm:pt modelId="{48C67059-8E70-4322-84A9-91436DDF6C70}" type="pres">
      <dgm:prSet presAssocID="{2FF29CF1-6416-49CA-84C1-790B7D257149}" presName="textRect" presStyleLbl="revTx" presStyleIdx="0" presStyleCnt="7">
        <dgm:presLayoutVars>
          <dgm:chMax val="1"/>
          <dgm:chPref val="1"/>
        </dgm:presLayoutVars>
      </dgm:prSet>
      <dgm:spPr/>
    </dgm:pt>
    <dgm:pt modelId="{D480F532-C47F-453A-A89C-67BDD54D3F8B}" type="pres">
      <dgm:prSet presAssocID="{D79483E5-7F9B-48AD-9607-63A65EF1C6B9}" presName="sibTrans" presStyleCnt="0"/>
      <dgm:spPr/>
    </dgm:pt>
    <dgm:pt modelId="{E43CB421-5ABC-4030-9009-757CEF393751}" type="pres">
      <dgm:prSet presAssocID="{EC3068F0-D3B4-4410-94FD-8F9D9DDD8E01}" presName="compNode" presStyleCnt="0"/>
      <dgm:spPr/>
    </dgm:pt>
    <dgm:pt modelId="{D752A1FE-D8F7-4BB8-AB2C-F71D9D2C2732}" type="pres">
      <dgm:prSet presAssocID="{EC3068F0-D3B4-4410-94FD-8F9D9DDD8E01}" presName="iconBgRect" presStyleLbl="bgShp" presStyleIdx="1" presStyleCnt="7"/>
      <dgm:spPr/>
    </dgm:pt>
    <dgm:pt modelId="{3AB9EC09-F789-48A7-8466-24F2BC82909A}" type="pres">
      <dgm:prSet presAssocID="{EC3068F0-D3B4-4410-94FD-8F9D9DDD8E01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E1A80DC9-430E-4AF9-82C6-9566F25A27FA}" type="pres">
      <dgm:prSet presAssocID="{EC3068F0-D3B4-4410-94FD-8F9D9DDD8E01}" presName="spaceRect" presStyleCnt="0"/>
      <dgm:spPr/>
    </dgm:pt>
    <dgm:pt modelId="{BD4174A5-39E5-4A97-B377-08AE0F22E3C1}" type="pres">
      <dgm:prSet presAssocID="{EC3068F0-D3B4-4410-94FD-8F9D9DDD8E01}" presName="textRect" presStyleLbl="revTx" presStyleIdx="1" presStyleCnt="7">
        <dgm:presLayoutVars>
          <dgm:chMax val="1"/>
          <dgm:chPref val="1"/>
        </dgm:presLayoutVars>
      </dgm:prSet>
      <dgm:spPr/>
    </dgm:pt>
    <dgm:pt modelId="{E1F4F018-4A3C-43C1-A2B0-6E9CA07EC7CE}" type="pres">
      <dgm:prSet presAssocID="{E6C9539D-57D8-4ECA-951F-D4FEDEC17819}" presName="sibTrans" presStyleCnt="0"/>
      <dgm:spPr/>
    </dgm:pt>
    <dgm:pt modelId="{5486A268-1E1F-449B-B2C1-926BC93BFC09}" type="pres">
      <dgm:prSet presAssocID="{E383CA04-D1EE-418D-909A-5ED1EBDAE2A1}" presName="compNode" presStyleCnt="0"/>
      <dgm:spPr/>
    </dgm:pt>
    <dgm:pt modelId="{1F927F28-647F-4C7D-AEBC-A812D0729749}" type="pres">
      <dgm:prSet presAssocID="{E383CA04-D1EE-418D-909A-5ED1EBDAE2A1}" presName="iconBgRect" presStyleLbl="bgShp" presStyleIdx="2" presStyleCnt="7"/>
      <dgm:spPr/>
    </dgm:pt>
    <dgm:pt modelId="{DBBCDE11-2E79-4183-B2A1-CD29A1D6469A}" type="pres">
      <dgm:prSet presAssocID="{E383CA04-D1EE-418D-909A-5ED1EBDAE2A1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FF4AC1E4-571E-4807-9943-A9D48C82D1FD}" type="pres">
      <dgm:prSet presAssocID="{E383CA04-D1EE-418D-909A-5ED1EBDAE2A1}" presName="spaceRect" presStyleCnt="0"/>
      <dgm:spPr/>
    </dgm:pt>
    <dgm:pt modelId="{4485784D-7E55-486C-9975-B15599AB8058}" type="pres">
      <dgm:prSet presAssocID="{E383CA04-D1EE-418D-909A-5ED1EBDAE2A1}" presName="textRect" presStyleLbl="revTx" presStyleIdx="2" presStyleCnt="7">
        <dgm:presLayoutVars>
          <dgm:chMax val="1"/>
          <dgm:chPref val="1"/>
        </dgm:presLayoutVars>
      </dgm:prSet>
      <dgm:spPr/>
    </dgm:pt>
    <dgm:pt modelId="{C5E240D5-A8CD-430C-9CB3-0C0610176E92}" type="pres">
      <dgm:prSet presAssocID="{8947433E-8E3A-41A5-AC69-14102ED641F6}" presName="sibTrans" presStyleCnt="0"/>
      <dgm:spPr/>
    </dgm:pt>
    <dgm:pt modelId="{B1B00302-B069-44C4-8763-1230A4A8CB8A}" type="pres">
      <dgm:prSet presAssocID="{471E4D74-FEB3-4765-A836-E556969A1B7C}" presName="compNode" presStyleCnt="0"/>
      <dgm:spPr/>
    </dgm:pt>
    <dgm:pt modelId="{58B98869-21CC-458B-A9E4-51AA28A1317B}" type="pres">
      <dgm:prSet presAssocID="{471E4D74-FEB3-4765-A836-E556969A1B7C}" presName="iconBgRect" presStyleLbl="bgShp" presStyleIdx="3" presStyleCnt="7"/>
      <dgm:spPr/>
    </dgm:pt>
    <dgm:pt modelId="{0CD83618-1AAF-4AF5-BB19-A10AE362CF4A}" type="pres">
      <dgm:prSet presAssocID="{471E4D74-FEB3-4765-A836-E556969A1B7C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316F9C21-CB59-4AF6-B4DA-E8CFCA3F32E0}" type="pres">
      <dgm:prSet presAssocID="{471E4D74-FEB3-4765-A836-E556969A1B7C}" presName="spaceRect" presStyleCnt="0"/>
      <dgm:spPr/>
    </dgm:pt>
    <dgm:pt modelId="{5B3B1B1A-4E5F-43CA-8632-197059B6B52B}" type="pres">
      <dgm:prSet presAssocID="{471E4D74-FEB3-4765-A836-E556969A1B7C}" presName="textRect" presStyleLbl="revTx" presStyleIdx="3" presStyleCnt="7">
        <dgm:presLayoutVars>
          <dgm:chMax val="1"/>
          <dgm:chPref val="1"/>
        </dgm:presLayoutVars>
      </dgm:prSet>
      <dgm:spPr/>
    </dgm:pt>
    <dgm:pt modelId="{90B6CBA6-A201-42E6-8425-9D7B37621152}" type="pres">
      <dgm:prSet presAssocID="{638DEBAB-8068-4E02-A3B1-4A380170586B}" presName="sibTrans" presStyleCnt="0"/>
      <dgm:spPr/>
    </dgm:pt>
    <dgm:pt modelId="{88C5942D-DD56-450E-88DA-503FE5DD8CFE}" type="pres">
      <dgm:prSet presAssocID="{5ED7332F-630E-4F02-92D4-34BCB5F39B6E}" presName="compNode" presStyleCnt="0"/>
      <dgm:spPr/>
    </dgm:pt>
    <dgm:pt modelId="{BE26789E-82D0-4DD1-B96D-D917BF76937E}" type="pres">
      <dgm:prSet presAssocID="{5ED7332F-630E-4F02-92D4-34BCB5F39B6E}" presName="iconBgRect" presStyleLbl="bgShp" presStyleIdx="4" presStyleCnt="7"/>
      <dgm:spPr/>
    </dgm:pt>
    <dgm:pt modelId="{18A8F640-D72C-45CA-9922-2CE852C975BA}" type="pres">
      <dgm:prSet presAssocID="{5ED7332F-630E-4F02-92D4-34BCB5F39B6E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53B9F3B-1F27-4114-8EFE-51578BED4D0B}" type="pres">
      <dgm:prSet presAssocID="{5ED7332F-630E-4F02-92D4-34BCB5F39B6E}" presName="spaceRect" presStyleCnt="0"/>
      <dgm:spPr/>
    </dgm:pt>
    <dgm:pt modelId="{D62AD831-11B6-4B7A-89CE-13C56D3FFDBA}" type="pres">
      <dgm:prSet presAssocID="{5ED7332F-630E-4F02-92D4-34BCB5F39B6E}" presName="textRect" presStyleLbl="revTx" presStyleIdx="4" presStyleCnt="7">
        <dgm:presLayoutVars>
          <dgm:chMax val="1"/>
          <dgm:chPref val="1"/>
        </dgm:presLayoutVars>
      </dgm:prSet>
      <dgm:spPr/>
    </dgm:pt>
    <dgm:pt modelId="{009A2D40-52F3-4E5F-B2BA-12F5613F930A}" type="pres">
      <dgm:prSet presAssocID="{2FF86EF7-19CF-4D1D-AF41-4C447EB95648}" presName="sibTrans" presStyleCnt="0"/>
      <dgm:spPr/>
    </dgm:pt>
    <dgm:pt modelId="{26F12B95-DF01-44A0-83D5-79DBE30FEDE5}" type="pres">
      <dgm:prSet presAssocID="{F075D47D-C11C-472B-B1E5-973FF4BE4E8B}" presName="compNode" presStyleCnt="0"/>
      <dgm:spPr/>
    </dgm:pt>
    <dgm:pt modelId="{0A6D72F2-ADA5-4F69-84D2-2418DF7DA937}" type="pres">
      <dgm:prSet presAssocID="{F075D47D-C11C-472B-B1E5-973FF4BE4E8B}" presName="iconBgRect" presStyleLbl="bgShp" presStyleIdx="5" presStyleCnt="7"/>
      <dgm:spPr/>
    </dgm:pt>
    <dgm:pt modelId="{A5C41369-5802-4F48-BCC8-51C980CC5B8D}" type="pres">
      <dgm:prSet presAssocID="{F075D47D-C11C-472B-B1E5-973FF4BE4E8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30C77D1-03C0-4857-ADA0-6ED6BF2B0669}" type="pres">
      <dgm:prSet presAssocID="{F075D47D-C11C-472B-B1E5-973FF4BE4E8B}" presName="spaceRect" presStyleCnt="0"/>
      <dgm:spPr/>
    </dgm:pt>
    <dgm:pt modelId="{4C50570D-EB61-490D-AEA1-07318BCB5F16}" type="pres">
      <dgm:prSet presAssocID="{F075D47D-C11C-472B-B1E5-973FF4BE4E8B}" presName="textRect" presStyleLbl="revTx" presStyleIdx="5" presStyleCnt="7">
        <dgm:presLayoutVars>
          <dgm:chMax val="1"/>
          <dgm:chPref val="1"/>
        </dgm:presLayoutVars>
      </dgm:prSet>
      <dgm:spPr/>
    </dgm:pt>
    <dgm:pt modelId="{D6D9D2B6-E922-4C1A-A0E4-8498502A80A8}" type="pres">
      <dgm:prSet presAssocID="{54E8404E-09A6-44D1-B7D2-300BC7EC3FAA}" presName="sibTrans" presStyleCnt="0"/>
      <dgm:spPr/>
    </dgm:pt>
    <dgm:pt modelId="{ADFB27C6-CF7E-4F4D-B309-AD4B06F6A012}" type="pres">
      <dgm:prSet presAssocID="{70BB92A4-AAA6-4D33-B6C6-043A4FE2B7B1}" presName="compNode" presStyleCnt="0"/>
      <dgm:spPr/>
    </dgm:pt>
    <dgm:pt modelId="{BEE3EE3A-9DD2-406D-90A3-8BAC48DB2A9B}" type="pres">
      <dgm:prSet presAssocID="{70BB92A4-AAA6-4D33-B6C6-043A4FE2B7B1}" presName="iconBgRect" presStyleLbl="bgShp" presStyleIdx="6" presStyleCnt="7"/>
      <dgm:spPr/>
    </dgm:pt>
    <dgm:pt modelId="{2600F709-5B49-4EAE-A029-68BCC1DA63D3}" type="pres">
      <dgm:prSet presAssocID="{70BB92A4-AAA6-4D33-B6C6-043A4FE2B7B1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5EED1FD-964F-4301-B82C-95A0029AF2BF}" type="pres">
      <dgm:prSet presAssocID="{70BB92A4-AAA6-4D33-B6C6-043A4FE2B7B1}" presName="spaceRect" presStyleCnt="0"/>
      <dgm:spPr/>
    </dgm:pt>
    <dgm:pt modelId="{46BE1584-C434-4369-8E7D-B90E8E7ED00E}" type="pres">
      <dgm:prSet presAssocID="{70BB92A4-AAA6-4D33-B6C6-043A4FE2B7B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132D2508-6080-400C-A69A-7B65ECFA338F}" srcId="{E3B0CB66-5B32-432A-9DEE-24C0C44AC948}" destId="{EC3068F0-D3B4-4410-94FD-8F9D9DDD8E01}" srcOrd="1" destOrd="0" parTransId="{9C7BDEA6-E775-4AA9-B8DB-BAA10A453E83}" sibTransId="{E6C9539D-57D8-4ECA-951F-D4FEDEC17819}"/>
    <dgm:cxn modelId="{9791C80D-F07D-4CAE-A57C-808CB73A7D44}" type="presOf" srcId="{EC3068F0-D3B4-4410-94FD-8F9D9DDD8E01}" destId="{BD4174A5-39E5-4A97-B377-08AE0F22E3C1}" srcOrd="0" destOrd="0" presId="urn:microsoft.com/office/officeart/2018/5/layout/IconCircleLabelList"/>
    <dgm:cxn modelId="{B0E24117-DBFB-4987-A400-1B4B4B5B337B}" type="presOf" srcId="{F075D47D-C11C-472B-B1E5-973FF4BE4E8B}" destId="{4C50570D-EB61-490D-AEA1-07318BCB5F16}" srcOrd="0" destOrd="0" presId="urn:microsoft.com/office/officeart/2018/5/layout/IconCircleLabelList"/>
    <dgm:cxn modelId="{01C0CE3D-CFBF-4E5A-9353-19944C42217F}" type="presOf" srcId="{5ED7332F-630E-4F02-92D4-34BCB5F39B6E}" destId="{D62AD831-11B6-4B7A-89CE-13C56D3FFDBA}" srcOrd="0" destOrd="0" presId="urn:microsoft.com/office/officeart/2018/5/layout/IconCircleLabelList"/>
    <dgm:cxn modelId="{85D0985E-507D-4653-B145-2EB4E7BA99A2}" srcId="{E3B0CB66-5B32-432A-9DEE-24C0C44AC948}" destId="{E383CA04-D1EE-418D-909A-5ED1EBDAE2A1}" srcOrd="2" destOrd="0" parTransId="{E1D1B3F7-3E25-4FC8-90AF-D428CB5FA459}" sibTransId="{8947433E-8E3A-41A5-AC69-14102ED641F6}"/>
    <dgm:cxn modelId="{52C9C456-76A9-4414-B35E-12005B8F01EA}" type="presOf" srcId="{E383CA04-D1EE-418D-909A-5ED1EBDAE2A1}" destId="{4485784D-7E55-486C-9975-B15599AB8058}" srcOrd="0" destOrd="0" presId="urn:microsoft.com/office/officeart/2018/5/layout/IconCircleLabelList"/>
    <dgm:cxn modelId="{D7729E5A-3893-4609-A1E7-8C072F42D159}" srcId="{E3B0CB66-5B32-432A-9DEE-24C0C44AC948}" destId="{F075D47D-C11C-472B-B1E5-973FF4BE4E8B}" srcOrd="5" destOrd="0" parTransId="{B97C2A60-6A8E-485A-81F0-B8307C13828A}" sibTransId="{54E8404E-09A6-44D1-B7D2-300BC7EC3FAA}"/>
    <dgm:cxn modelId="{17910483-DBA0-4631-8282-3E0721713C78}" srcId="{E3B0CB66-5B32-432A-9DEE-24C0C44AC948}" destId="{2FF29CF1-6416-49CA-84C1-790B7D257149}" srcOrd="0" destOrd="0" parTransId="{4926C429-1D0F-42DE-8E70-6AE13D8C065B}" sibTransId="{D79483E5-7F9B-48AD-9607-63A65EF1C6B9}"/>
    <dgm:cxn modelId="{BFD9C984-7D78-46F6-998C-90FAB710DF77}" srcId="{E3B0CB66-5B32-432A-9DEE-24C0C44AC948}" destId="{471E4D74-FEB3-4765-A836-E556969A1B7C}" srcOrd="3" destOrd="0" parTransId="{3375067D-D20E-4E9F-AD7E-A0CF567F3C9B}" sibTransId="{638DEBAB-8068-4E02-A3B1-4A380170586B}"/>
    <dgm:cxn modelId="{BACF80C1-57F2-4CF5-9343-905B481E825E}" type="presOf" srcId="{471E4D74-FEB3-4765-A836-E556969A1B7C}" destId="{5B3B1B1A-4E5F-43CA-8632-197059B6B52B}" srcOrd="0" destOrd="0" presId="urn:microsoft.com/office/officeart/2018/5/layout/IconCircleLabelList"/>
    <dgm:cxn modelId="{57CC93CC-5AE9-4CE6-852A-A67E86842E37}" type="presOf" srcId="{70BB92A4-AAA6-4D33-B6C6-043A4FE2B7B1}" destId="{46BE1584-C434-4369-8E7D-B90E8E7ED00E}" srcOrd="0" destOrd="0" presId="urn:microsoft.com/office/officeart/2018/5/layout/IconCircleLabelList"/>
    <dgm:cxn modelId="{E86238D5-67DC-4668-A505-131BC27C4301}" srcId="{E3B0CB66-5B32-432A-9DEE-24C0C44AC948}" destId="{70BB92A4-AAA6-4D33-B6C6-043A4FE2B7B1}" srcOrd="6" destOrd="0" parTransId="{4025C84A-85D9-42B6-AE54-54E14AFDA264}" sibTransId="{44C0A11C-D050-488C-A887-4414996A9E96}"/>
    <dgm:cxn modelId="{06DEB6DE-D63E-475B-A4A1-1AACEAAF5D22}" type="presOf" srcId="{E3B0CB66-5B32-432A-9DEE-24C0C44AC948}" destId="{A293E084-2C2E-49ED-B3E0-D4ED0141F1E6}" srcOrd="0" destOrd="0" presId="urn:microsoft.com/office/officeart/2018/5/layout/IconCircleLabelList"/>
    <dgm:cxn modelId="{E89122E0-B1BC-442A-A2FC-0C76CF19F6E6}" type="presOf" srcId="{2FF29CF1-6416-49CA-84C1-790B7D257149}" destId="{48C67059-8E70-4322-84A9-91436DDF6C70}" srcOrd="0" destOrd="0" presId="urn:microsoft.com/office/officeart/2018/5/layout/IconCircleLabelList"/>
    <dgm:cxn modelId="{4A6619EE-245D-4EC9-B998-B7C45E5A1A2D}" srcId="{E3B0CB66-5B32-432A-9DEE-24C0C44AC948}" destId="{5ED7332F-630E-4F02-92D4-34BCB5F39B6E}" srcOrd="4" destOrd="0" parTransId="{7EAEC2C1-6364-4F58-ADC9-885B86F92051}" sibTransId="{2FF86EF7-19CF-4D1D-AF41-4C447EB95648}"/>
    <dgm:cxn modelId="{82FE3F18-73C8-4FC9-8DD8-AA26206C468D}" type="presParOf" srcId="{A293E084-2C2E-49ED-B3E0-D4ED0141F1E6}" destId="{A5379049-7744-4B00-84FC-8041B245B8B9}" srcOrd="0" destOrd="0" presId="urn:microsoft.com/office/officeart/2018/5/layout/IconCircleLabelList"/>
    <dgm:cxn modelId="{55BCC44B-05AE-4F40-B1D6-E2CF58AC285C}" type="presParOf" srcId="{A5379049-7744-4B00-84FC-8041B245B8B9}" destId="{A1083613-E3AA-4017-8492-5C0880D4692E}" srcOrd="0" destOrd="0" presId="urn:microsoft.com/office/officeart/2018/5/layout/IconCircleLabelList"/>
    <dgm:cxn modelId="{64817503-C073-42A2-BB79-B74B6A5E0383}" type="presParOf" srcId="{A5379049-7744-4B00-84FC-8041B245B8B9}" destId="{E069B36C-1F60-4CE7-8B7C-1C616DE61376}" srcOrd="1" destOrd="0" presId="urn:microsoft.com/office/officeart/2018/5/layout/IconCircleLabelList"/>
    <dgm:cxn modelId="{A709846F-0F36-4CB7-BECF-6FF8901B7E65}" type="presParOf" srcId="{A5379049-7744-4B00-84FC-8041B245B8B9}" destId="{10429B3A-06F5-4056-9C74-ECF7129CCCAC}" srcOrd="2" destOrd="0" presId="urn:microsoft.com/office/officeart/2018/5/layout/IconCircleLabelList"/>
    <dgm:cxn modelId="{4C7B794C-B73D-4836-B7A1-09D32AEC61FD}" type="presParOf" srcId="{A5379049-7744-4B00-84FC-8041B245B8B9}" destId="{48C67059-8E70-4322-84A9-91436DDF6C70}" srcOrd="3" destOrd="0" presId="urn:microsoft.com/office/officeart/2018/5/layout/IconCircleLabelList"/>
    <dgm:cxn modelId="{9A609850-6763-4040-99F5-B4E3F406275C}" type="presParOf" srcId="{A293E084-2C2E-49ED-B3E0-D4ED0141F1E6}" destId="{D480F532-C47F-453A-A89C-67BDD54D3F8B}" srcOrd="1" destOrd="0" presId="urn:microsoft.com/office/officeart/2018/5/layout/IconCircleLabelList"/>
    <dgm:cxn modelId="{1115994C-506D-4E8C-82CC-231AAAE15DFD}" type="presParOf" srcId="{A293E084-2C2E-49ED-B3E0-D4ED0141F1E6}" destId="{E43CB421-5ABC-4030-9009-757CEF393751}" srcOrd="2" destOrd="0" presId="urn:microsoft.com/office/officeart/2018/5/layout/IconCircleLabelList"/>
    <dgm:cxn modelId="{1C0B670C-7FF5-4FEF-B17C-B7889D639F01}" type="presParOf" srcId="{E43CB421-5ABC-4030-9009-757CEF393751}" destId="{D752A1FE-D8F7-4BB8-AB2C-F71D9D2C2732}" srcOrd="0" destOrd="0" presId="urn:microsoft.com/office/officeart/2018/5/layout/IconCircleLabelList"/>
    <dgm:cxn modelId="{7A27722B-4B88-4759-9063-95E2709ABD9C}" type="presParOf" srcId="{E43CB421-5ABC-4030-9009-757CEF393751}" destId="{3AB9EC09-F789-48A7-8466-24F2BC82909A}" srcOrd="1" destOrd="0" presId="urn:microsoft.com/office/officeart/2018/5/layout/IconCircleLabelList"/>
    <dgm:cxn modelId="{006122FE-A56B-4FF8-B8B7-173A8428D2CA}" type="presParOf" srcId="{E43CB421-5ABC-4030-9009-757CEF393751}" destId="{E1A80DC9-430E-4AF9-82C6-9566F25A27FA}" srcOrd="2" destOrd="0" presId="urn:microsoft.com/office/officeart/2018/5/layout/IconCircleLabelList"/>
    <dgm:cxn modelId="{74D6F784-94E9-4B68-9C7E-9C0CE6385719}" type="presParOf" srcId="{E43CB421-5ABC-4030-9009-757CEF393751}" destId="{BD4174A5-39E5-4A97-B377-08AE0F22E3C1}" srcOrd="3" destOrd="0" presId="urn:microsoft.com/office/officeart/2018/5/layout/IconCircleLabelList"/>
    <dgm:cxn modelId="{3BC1C753-BFDB-4255-AA9C-336C69DD02D3}" type="presParOf" srcId="{A293E084-2C2E-49ED-B3E0-D4ED0141F1E6}" destId="{E1F4F018-4A3C-43C1-A2B0-6E9CA07EC7CE}" srcOrd="3" destOrd="0" presId="urn:microsoft.com/office/officeart/2018/5/layout/IconCircleLabelList"/>
    <dgm:cxn modelId="{874189F7-CB88-48C8-AAB7-FC3A5B527E40}" type="presParOf" srcId="{A293E084-2C2E-49ED-B3E0-D4ED0141F1E6}" destId="{5486A268-1E1F-449B-B2C1-926BC93BFC09}" srcOrd="4" destOrd="0" presId="urn:microsoft.com/office/officeart/2018/5/layout/IconCircleLabelList"/>
    <dgm:cxn modelId="{CF48C85F-62A5-4704-9ACC-F1AD3E9716A4}" type="presParOf" srcId="{5486A268-1E1F-449B-B2C1-926BC93BFC09}" destId="{1F927F28-647F-4C7D-AEBC-A812D0729749}" srcOrd="0" destOrd="0" presId="urn:microsoft.com/office/officeart/2018/5/layout/IconCircleLabelList"/>
    <dgm:cxn modelId="{188C9D14-0DE4-4CDD-81FC-3793E75E7340}" type="presParOf" srcId="{5486A268-1E1F-449B-B2C1-926BC93BFC09}" destId="{DBBCDE11-2E79-4183-B2A1-CD29A1D6469A}" srcOrd="1" destOrd="0" presId="urn:microsoft.com/office/officeart/2018/5/layout/IconCircleLabelList"/>
    <dgm:cxn modelId="{D7CC0A17-2191-4019-BE78-C98A5B909E24}" type="presParOf" srcId="{5486A268-1E1F-449B-B2C1-926BC93BFC09}" destId="{FF4AC1E4-571E-4807-9943-A9D48C82D1FD}" srcOrd="2" destOrd="0" presId="urn:microsoft.com/office/officeart/2018/5/layout/IconCircleLabelList"/>
    <dgm:cxn modelId="{DC821131-10D1-403A-9C0A-8E143E85DF9D}" type="presParOf" srcId="{5486A268-1E1F-449B-B2C1-926BC93BFC09}" destId="{4485784D-7E55-486C-9975-B15599AB8058}" srcOrd="3" destOrd="0" presId="urn:microsoft.com/office/officeart/2018/5/layout/IconCircleLabelList"/>
    <dgm:cxn modelId="{86B3D06F-1CDF-4DD2-BC3B-7834FE33BAF6}" type="presParOf" srcId="{A293E084-2C2E-49ED-B3E0-D4ED0141F1E6}" destId="{C5E240D5-A8CD-430C-9CB3-0C0610176E92}" srcOrd="5" destOrd="0" presId="urn:microsoft.com/office/officeart/2018/5/layout/IconCircleLabelList"/>
    <dgm:cxn modelId="{81B84689-249E-4B17-AE94-A70EDCBBA16D}" type="presParOf" srcId="{A293E084-2C2E-49ED-B3E0-D4ED0141F1E6}" destId="{B1B00302-B069-44C4-8763-1230A4A8CB8A}" srcOrd="6" destOrd="0" presId="urn:microsoft.com/office/officeart/2018/5/layout/IconCircleLabelList"/>
    <dgm:cxn modelId="{9A868EC3-D72D-4309-938C-FC1FEDD1D2E3}" type="presParOf" srcId="{B1B00302-B069-44C4-8763-1230A4A8CB8A}" destId="{58B98869-21CC-458B-A9E4-51AA28A1317B}" srcOrd="0" destOrd="0" presId="urn:microsoft.com/office/officeart/2018/5/layout/IconCircleLabelList"/>
    <dgm:cxn modelId="{B219EAF0-41A6-4D58-918F-9118177C9980}" type="presParOf" srcId="{B1B00302-B069-44C4-8763-1230A4A8CB8A}" destId="{0CD83618-1AAF-4AF5-BB19-A10AE362CF4A}" srcOrd="1" destOrd="0" presId="urn:microsoft.com/office/officeart/2018/5/layout/IconCircleLabelList"/>
    <dgm:cxn modelId="{9797B38E-1104-4D4F-9966-BB25E80AB948}" type="presParOf" srcId="{B1B00302-B069-44C4-8763-1230A4A8CB8A}" destId="{316F9C21-CB59-4AF6-B4DA-E8CFCA3F32E0}" srcOrd="2" destOrd="0" presId="urn:microsoft.com/office/officeart/2018/5/layout/IconCircleLabelList"/>
    <dgm:cxn modelId="{42A5A295-A772-4C70-B235-944771D310B1}" type="presParOf" srcId="{B1B00302-B069-44C4-8763-1230A4A8CB8A}" destId="{5B3B1B1A-4E5F-43CA-8632-197059B6B52B}" srcOrd="3" destOrd="0" presId="urn:microsoft.com/office/officeart/2018/5/layout/IconCircleLabelList"/>
    <dgm:cxn modelId="{EF679E2C-25FD-4850-9D4D-D7E118882FB6}" type="presParOf" srcId="{A293E084-2C2E-49ED-B3E0-D4ED0141F1E6}" destId="{90B6CBA6-A201-42E6-8425-9D7B37621152}" srcOrd="7" destOrd="0" presId="urn:microsoft.com/office/officeart/2018/5/layout/IconCircleLabelList"/>
    <dgm:cxn modelId="{A3EDBF1C-AD36-4816-A44C-FD58B054A55B}" type="presParOf" srcId="{A293E084-2C2E-49ED-B3E0-D4ED0141F1E6}" destId="{88C5942D-DD56-450E-88DA-503FE5DD8CFE}" srcOrd="8" destOrd="0" presId="urn:microsoft.com/office/officeart/2018/5/layout/IconCircleLabelList"/>
    <dgm:cxn modelId="{706F386A-F5B5-47AC-AF47-3649B0F8760C}" type="presParOf" srcId="{88C5942D-DD56-450E-88DA-503FE5DD8CFE}" destId="{BE26789E-82D0-4DD1-B96D-D917BF76937E}" srcOrd="0" destOrd="0" presId="urn:microsoft.com/office/officeart/2018/5/layout/IconCircleLabelList"/>
    <dgm:cxn modelId="{0838FF02-4A45-4F80-A0FD-FDF87F3472F4}" type="presParOf" srcId="{88C5942D-DD56-450E-88DA-503FE5DD8CFE}" destId="{18A8F640-D72C-45CA-9922-2CE852C975BA}" srcOrd="1" destOrd="0" presId="urn:microsoft.com/office/officeart/2018/5/layout/IconCircleLabelList"/>
    <dgm:cxn modelId="{7DBE131A-039C-4E6A-9412-FDCE8FAA32B4}" type="presParOf" srcId="{88C5942D-DD56-450E-88DA-503FE5DD8CFE}" destId="{D53B9F3B-1F27-4114-8EFE-51578BED4D0B}" srcOrd="2" destOrd="0" presId="urn:microsoft.com/office/officeart/2018/5/layout/IconCircleLabelList"/>
    <dgm:cxn modelId="{9897D1CD-DE8E-4D9D-B711-7A55317B7342}" type="presParOf" srcId="{88C5942D-DD56-450E-88DA-503FE5DD8CFE}" destId="{D62AD831-11B6-4B7A-89CE-13C56D3FFDBA}" srcOrd="3" destOrd="0" presId="urn:microsoft.com/office/officeart/2018/5/layout/IconCircleLabelList"/>
    <dgm:cxn modelId="{C9DC2BA0-25CA-4AA8-B89D-8EEA0C5310EC}" type="presParOf" srcId="{A293E084-2C2E-49ED-B3E0-D4ED0141F1E6}" destId="{009A2D40-52F3-4E5F-B2BA-12F5613F930A}" srcOrd="9" destOrd="0" presId="urn:microsoft.com/office/officeart/2018/5/layout/IconCircleLabelList"/>
    <dgm:cxn modelId="{7DA3265D-0F44-45BA-B02E-5112C9388183}" type="presParOf" srcId="{A293E084-2C2E-49ED-B3E0-D4ED0141F1E6}" destId="{26F12B95-DF01-44A0-83D5-79DBE30FEDE5}" srcOrd="10" destOrd="0" presId="urn:microsoft.com/office/officeart/2018/5/layout/IconCircleLabelList"/>
    <dgm:cxn modelId="{874AD51D-BC98-4637-99BD-A53C5A96FF63}" type="presParOf" srcId="{26F12B95-DF01-44A0-83D5-79DBE30FEDE5}" destId="{0A6D72F2-ADA5-4F69-84D2-2418DF7DA937}" srcOrd="0" destOrd="0" presId="urn:microsoft.com/office/officeart/2018/5/layout/IconCircleLabelList"/>
    <dgm:cxn modelId="{5B4871DE-917A-492F-91C4-DE94669BC0C5}" type="presParOf" srcId="{26F12B95-DF01-44A0-83D5-79DBE30FEDE5}" destId="{A5C41369-5802-4F48-BCC8-51C980CC5B8D}" srcOrd="1" destOrd="0" presId="urn:microsoft.com/office/officeart/2018/5/layout/IconCircleLabelList"/>
    <dgm:cxn modelId="{65E25854-8489-4BE7-93BB-D250AB1221D3}" type="presParOf" srcId="{26F12B95-DF01-44A0-83D5-79DBE30FEDE5}" destId="{D30C77D1-03C0-4857-ADA0-6ED6BF2B0669}" srcOrd="2" destOrd="0" presId="urn:microsoft.com/office/officeart/2018/5/layout/IconCircleLabelList"/>
    <dgm:cxn modelId="{D82A67A5-96F7-40AE-A395-0C03C61E0ABF}" type="presParOf" srcId="{26F12B95-DF01-44A0-83D5-79DBE30FEDE5}" destId="{4C50570D-EB61-490D-AEA1-07318BCB5F16}" srcOrd="3" destOrd="0" presId="urn:microsoft.com/office/officeart/2018/5/layout/IconCircleLabelList"/>
    <dgm:cxn modelId="{C6DCF055-1B29-4F3A-8DFC-3BDFA424509F}" type="presParOf" srcId="{A293E084-2C2E-49ED-B3E0-D4ED0141F1E6}" destId="{D6D9D2B6-E922-4C1A-A0E4-8498502A80A8}" srcOrd="11" destOrd="0" presId="urn:microsoft.com/office/officeart/2018/5/layout/IconCircleLabelList"/>
    <dgm:cxn modelId="{1D64C0B4-6290-47AE-A65D-26BB32709D64}" type="presParOf" srcId="{A293E084-2C2E-49ED-B3E0-D4ED0141F1E6}" destId="{ADFB27C6-CF7E-4F4D-B309-AD4B06F6A012}" srcOrd="12" destOrd="0" presId="urn:microsoft.com/office/officeart/2018/5/layout/IconCircleLabelList"/>
    <dgm:cxn modelId="{2D835311-2709-4523-86EA-38C1FCC67C2C}" type="presParOf" srcId="{ADFB27C6-CF7E-4F4D-B309-AD4B06F6A012}" destId="{BEE3EE3A-9DD2-406D-90A3-8BAC48DB2A9B}" srcOrd="0" destOrd="0" presId="urn:microsoft.com/office/officeart/2018/5/layout/IconCircleLabelList"/>
    <dgm:cxn modelId="{051B4E07-44A6-40BC-9B2A-8D134F740C1E}" type="presParOf" srcId="{ADFB27C6-CF7E-4F4D-B309-AD4B06F6A012}" destId="{2600F709-5B49-4EAE-A029-68BCC1DA63D3}" srcOrd="1" destOrd="0" presId="urn:microsoft.com/office/officeart/2018/5/layout/IconCircleLabelList"/>
    <dgm:cxn modelId="{5E1D9323-5865-472B-B97C-DE224008A757}" type="presParOf" srcId="{ADFB27C6-CF7E-4F4D-B309-AD4B06F6A012}" destId="{F5EED1FD-964F-4301-B82C-95A0029AF2BF}" srcOrd="2" destOrd="0" presId="urn:microsoft.com/office/officeart/2018/5/layout/IconCircleLabelList"/>
    <dgm:cxn modelId="{471D2A88-60DF-4A48-A97C-CB0DAC26BA87}" type="presParOf" srcId="{ADFB27C6-CF7E-4F4D-B309-AD4B06F6A012}" destId="{46BE1584-C434-4369-8E7D-B90E8E7ED00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80E12-C978-4FCC-8BAF-B4522F31B425}">
      <dsp:nvSpPr>
        <dsp:cNvPr id="0" name=""/>
        <dsp:cNvSpPr/>
      </dsp:nvSpPr>
      <dsp:spPr>
        <a:xfrm>
          <a:off x="3243197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827002"/>
        <a:ext cx="31708" cy="6341"/>
      </dsp:txXfrm>
    </dsp:sp>
    <dsp:sp modelId="{4A0AF0BD-05DF-4B37-8CFD-1D02E8BC92E2}">
      <dsp:nvSpPr>
        <dsp:cNvPr id="0" name=""/>
        <dsp:cNvSpPr/>
      </dsp:nvSpPr>
      <dsp:spPr>
        <a:xfrm>
          <a:off x="487732" y="2994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Clean and inspect the hospital dataset.</a:t>
          </a:r>
        </a:p>
      </dsp:txBody>
      <dsp:txXfrm>
        <a:off x="487732" y="2994"/>
        <a:ext cx="2757264" cy="1654358"/>
      </dsp:txXfrm>
    </dsp:sp>
    <dsp:sp modelId="{0F1CADCF-5847-4361-91C5-087B252DE0DD}">
      <dsp:nvSpPr>
        <dsp:cNvPr id="0" name=""/>
        <dsp:cNvSpPr/>
      </dsp:nvSpPr>
      <dsp:spPr>
        <a:xfrm>
          <a:off x="6634632" y="784453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827002"/>
        <a:ext cx="31708" cy="6341"/>
      </dsp:txXfrm>
    </dsp:sp>
    <dsp:sp modelId="{143E8D74-DF21-4997-A2B4-C2959B6881C6}">
      <dsp:nvSpPr>
        <dsp:cNvPr id="0" name=""/>
        <dsp:cNvSpPr/>
      </dsp:nvSpPr>
      <dsp:spPr>
        <a:xfrm>
          <a:off x="3879167" y="2994"/>
          <a:ext cx="2757264" cy="16543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Select relevant features for clustering.</a:t>
          </a:r>
        </a:p>
      </dsp:txBody>
      <dsp:txXfrm>
        <a:off x="3879167" y="2994"/>
        <a:ext cx="2757264" cy="1654358"/>
      </dsp:txXfrm>
    </dsp:sp>
    <dsp:sp modelId="{034B0616-F48B-4368-A166-CFC778076C81}">
      <dsp:nvSpPr>
        <dsp:cNvPr id="0" name=""/>
        <dsp:cNvSpPr/>
      </dsp:nvSpPr>
      <dsp:spPr>
        <a:xfrm>
          <a:off x="1866364" y="1655552"/>
          <a:ext cx="6782870" cy="603570"/>
        </a:xfrm>
        <a:custGeom>
          <a:avLst/>
          <a:gdLst/>
          <a:ahLst/>
          <a:cxnLst/>
          <a:rect l="0" t="0" r="0" b="0"/>
          <a:pathLst>
            <a:path>
              <a:moveTo>
                <a:pt x="6782870" y="0"/>
              </a:moveTo>
              <a:lnTo>
                <a:pt x="6782870" y="318885"/>
              </a:lnTo>
              <a:lnTo>
                <a:pt x="0" y="318885"/>
              </a:lnTo>
              <a:lnTo>
                <a:pt x="0" y="60357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7488" y="1954167"/>
        <a:ext cx="340622" cy="6341"/>
      </dsp:txXfrm>
    </dsp:sp>
    <dsp:sp modelId="{81CEBAB5-9A57-4893-89BF-6F013BA3C8CD}">
      <dsp:nvSpPr>
        <dsp:cNvPr id="0" name=""/>
        <dsp:cNvSpPr/>
      </dsp:nvSpPr>
      <dsp:spPr>
        <a:xfrm>
          <a:off x="7270602" y="2994"/>
          <a:ext cx="2757264" cy="16543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Encode Severity Level into numerical values.</a:t>
          </a:r>
        </a:p>
      </dsp:txBody>
      <dsp:txXfrm>
        <a:off x="7270602" y="2994"/>
        <a:ext cx="2757264" cy="1654358"/>
      </dsp:txXfrm>
    </dsp:sp>
    <dsp:sp modelId="{8B1A3A4A-56C7-49E1-9C83-0C9A28318CD3}">
      <dsp:nvSpPr>
        <dsp:cNvPr id="0" name=""/>
        <dsp:cNvSpPr/>
      </dsp:nvSpPr>
      <dsp:spPr>
        <a:xfrm>
          <a:off x="3243197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9128" y="3115531"/>
        <a:ext cx="31708" cy="6341"/>
      </dsp:txXfrm>
    </dsp:sp>
    <dsp:sp modelId="{DA553B44-747C-4B7D-860E-ABA071A4652C}">
      <dsp:nvSpPr>
        <dsp:cNvPr id="0" name=""/>
        <dsp:cNvSpPr/>
      </dsp:nvSpPr>
      <dsp:spPr>
        <a:xfrm>
          <a:off x="487732" y="2291523"/>
          <a:ext cx="2757264" cy="165435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Standardize features using StandardScaler.</a:t>
          </a:r>
        </a:p>
      </dsp:txBody>
      <dsp:txXfrm>
        <a:off x="487732" y="2291523"/>
        <a:ext cx="2757264" cy="1654358"/>
      </dsp:txXfrm>
    </dsp:sp>
    <dsp:sp modelId="{28F25EA7-62EF-4927-B412-A37BB6E63FF9}">
      <dsp:nvSpPr>
        <dsp:cNvPr id="0" name=""/>
        <dsp:cNvSpPr/>
      </dsp:nvSpPr>
      <dsp:spPr>
        <a:xfrm>
          <a:off x="6634632" y="3072982"/>
          <a:ext cx="6035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3570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20563" y="3115531"/>
        <a:ext cx="31708" cy="6341"/>
      </dsp:txXfrm>
    </dsp:sp>
    <dsp:sp modelId="{A826DA4A-1EF0-42A1-BD0E-456B78F39811}">
      <dsp:nvSpPr>
        <dsp:cNvPr id="0" name=""/>
        <dsp:cNvSpPr/>
      </dsp:nvSpPr>
      <dsp:spPr>
        <a:xfrm>
          <a:off x="3879167" y="2291523"/>
          <a:ext cx="2757264" cy="1654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the Elbow Method to examine suitable cluster counts.</a:t>
          </a:r>
        </a:p>
      </dsp:txBody>
      <dsp:txXfrm>
        <a:off x="3879167" y="2291523"/>
        <a:ext cx="2757264" cy="1654358"/>
      </dsp:txXfrm>
    </dsp:sp>
    <dsp:sp modelId="{728467DD-9238-4079-9D99-11157BE751B7}">
      <dsp:nvSpPr>
        <dsp:cNvPr id="0" name=""/>
        <dsp:cNvSpPr/>
      </dsp:nvSpPr>
      <dsp:spPr>
        <a:xfrm>
          <a:off x="7270602" y="2291523"/>
          <a:ext cx="2757264" cy="16543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08" tIns="141820" rIns="135108" bIns="141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Apply K-Means with three clusters and visualize the result.</a:t>
          </a:r>
        </a:p>
      </dsp:txBody>
      <dsp:txXfrm>
        <a:off x="7270602" y="2291523"/>
        <a:ext cx="2757264" cy="1654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94DC2-5892-44E0-9F76-A1A474A340E2}">
      <dsp:nvSpPr>
        <dsp:cNvPr id="0" name=""/>
        <dsp:cNvSpPr/>
      </dsp:nvSpPr>
      <dsp:spPr>
        <a:xfrm>
          <a:off x="0" y="0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Age – numerical patient-related feature.</a:t>
          </a:r>
        </a:p>
      </dsp:txBody>
      <dsp:txXfrm>
        <a:off x="20819" y="20819"/>
        <a:ext cx="7246841" cy="669159"/>
      </dsp:txXfrm>
    </dsp:sp>
    <dsp:sp modelId="{4B3648AB-39BD-40CF-8289-0FC6D440038D}">
      <dsp:nvSpPr>
        <dsp:cNvPr id="0" name=""/>
        <dsp:cNvSpPr/>
      </dsp:nvSpPr>
      <dsp:spPr>
        <a:xfrm>
          <a:off x="604647" y="809519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Severity_Level – Low, Medium, High; mapped to 0, 1, 2.</a:t>
          </a:r>
        </a:p>
      </dsp:txBody>
      <dsp:txXfrm>
        <a:off x="625466" y="830338"/>
        <a:ext cx="6988708" cy="669159"/>
      </dsp:txXfrm>
    </dsp:sp>
    <dsp:sp modelId="{7D656FA5-D122-4538-84C5-629593BCBB94}">
      <dsp:nvSpPr>
        <dsp:cNvPr id="0" name=""/>
        <dsp:cNvSpPr/>
      </dsp:nvSpPr>
      <dsp:spPr>
        <a:xfrm>
          <a:off x="1209293" y="1619039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Length_of_Stay_Days – duration of stay.</a:t>
          </a:r>
        </a:p>
      </dsp:txBody>
      <dsp:txXfrm>
        <a:off x="1230112" y="1639858"/>
        <a:ext cx="6988708" cy="669159"/>
      </dsp:txXfrm>
    </dsp:sp>
    <dsp:sp modelId="{554BDB41-4DB7-4069-971E-06F9C9C22F56}">
      <dsp:nvSpPr>
        <dsp:cNvPr id="0" name=""/>
        <dsp:cNvSpPr/>
      </dsp:nvSpPr>
      <dsp:spPr>
        <a:xfrm>
          <a:off x="1813940" y="2428558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Wait_Time_Minutes – waiting time.</a:t>
          </a:r>
        </a:p>
      </dsp:txBody>
      <dsp:txXfrm>
        <a:off x="1834759" y="2449377"/>
        <a:ext cx="6988708" cy="669159"/>
      </dsp:txXfrm>
    </dsp:sp>
    <dsp:sp modelId="{7464BFDC-C1F0-487F-B016-3D79E136F108}">
      <dsp:nvSpPr>
        <dsp:cNvPr id="0" name=""/>
        <dsp:cNvSpPr/>
      </dsp:nvSpPr>
      <dsp:spPr>
        <a:xfrm>
          <a:off x="2418587" y="3238078"/>
          <a:ext cx="8097012" cy="71079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Treatment_Cost_USD – treatment cost.</a:t>
          </a:r>
        </a:p>
      </dsp:txBody>
      <dsp:txXfrm>
        <a:off x="2439406" y="3258897"/>
        <a:ext cx="6988708" cy="669159"/>
      </dsp:txXfrm>
    </dsp:sp>
    <dsp:sp modelId="{5111C77A-6D1A-4B4E-9B26-49463C83AE12}">
      <dsp:nvSpPr>
        <dsp:cNvPr id="0" name=""/>
        <dsp:cNvSpPr/>
      </dsp:nvSpPr>
      <dsp:spPr>
        <a:xfrm>
          <a:off x="7634993" y="519277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738947" y="519277"/>
        <a:ext cx="254110" cy="347669"/>
      </dsp:txXfrm>
    </dsp:sp>
    <dsp:sp modelId="{E33CCCE4-B147-4393-8013-F0AE491E2A1D}">
      <dsp:nvSpPr>
        <dsp:cNvPr id="0" name=""/>
        <dsp:cNvSpPr/>
      </dsp:nvSpPr>
      <dsp:spPr>
        <a:xfrm>
          <a:off x="8239640" y="1328796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343594" y="1328796"/>
        <a:ext cx="254110" cy="347669"/>
      </dsp:txXfrm>
    </dsp:sp>
    <dsp:sp modelId="{35CA2586-07D1-467E-8485-3B735F5BA4C5}">
      <dsp:nvSpPr>
        <dsp:cNvPr id="0" name=""/>
        <dsp:cNvSpPr/>
      </dsp:nvSpPr>
      <dsp:spPr>
        <a:xfrm>
          <a:off x="8844287" y="2126469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948241" y="2126469"/>
        <a:ext cx="254110" cy="347669"/>
      </dsp:txXfrm>
    </dsp:sp>
    <dsp:sp modelId="{399ABC21-7A61-4F89-8351-A832776C33B9}">
      <dsp:nvSpPr>
        <dsp:cNvPr id="0" name=""/>
        <dsp:cNvSpPr/>
      </dsp:nvSpPr>
      <dsp:spPr>
        <a:xfrm>
          <a:off x="9448934" y="2943887"/>
          <a:ext cx="462018" cy="4620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552888" y="2943887"/>
        <a:ext cx="254110" cy="347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83613-E3AA-4017-8492-5C0880D4692E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9B36C-1F60-4CE7-8B7C-1C616DE61376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67059-8E70-4322-84A9-91436DDF6C70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Python</a:t>
          </a:r>
        </a:p>
      </dsp:txBody>
      <dsp:txXfrm>
        <a:off x="578678" y="1313725"/>
        <a:ext cx="1641796" cy="656718"/>
      </dsp:txXfrm>
    </dsp:sp>
    <dsp:sp modelId="{D752A1FE-D8F7-4BB8-AB2C-F71D9D2C2732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9EC09-F789-48A7-8466-24F2BC82909A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174A5-39E5-4A97-B377-08AE0F22E3C1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Pandas – data loading and manipulation</a:t>
          </a:r>
        </a:p>
      </dsp:txBody>
      <dsp:txXfrm>
        <a:off x="2507790" y="1313725"/>
        <a:ext cx="1641796" cy="656718"/>
      </dsp:txXfrm>
    </dsp:sp>
    <dsp:sp modelId="{1F927F28-647F-4C7D-AEBC-A812D0729749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CDE11-2E79-4183-B2A1-CD29A1D6469A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5784D-7E55-486C-9975-B15599AB8058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NumPy – numerical operations</a:t>
          </a:r>
        </a:p>
      </dsp:txBody>
      <dsp:txXfrm>
        <a:off x="4436901" y="1313725"/>
        <a:ext cx="1641796" cy="656718"/>
      </dsp:txXfrm>
    </dsp:sp>
    <dsp:sp modelId="{58B98869-21CC-458B-A9E4-51AA28A1317B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83618-1AAF-4AF5-BB19-A10AE362CF4A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B1B1A-4E5F-43CA-8632-197059B6B52B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Matplotlib – visualization</a:t>
          </a:r>
        </a:p>
      </dsp:txBody>
      <dsp:txXfrm>
        <a:off x="6366012" y="1313725"/>
        <a:ext cx="1641796" cy="656718"/>
      </dsp:txXfrm>
    </dsp:sp>
    <dsp:sp modelId="{BE26789E-82D0-4DD1-B96D-D917BF76937E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8F640-D72C-45CA-9922-2CE852C975BA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AD831-11B6-4B7A-89CE-13C56D3FFDBA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Scikit-learn – StandardScaler and KMeans</a:t>
          </a:r>
        </a:p>
      </dsp:txBody>
      <dsp:txXfrm>
        <a:off x="8295124" y="1313725"/>
        <a:ext cx="1641796" cy="656718"/>
      </dsp:txXfrm>
    </dsp:sp>
    <dsp:sp modelId="{0A6D72F2-ADA5-4F69-84D2-2418DF7DA937}">
      <dsp:nvSpPr>
        <dsp:cNvPr id="0" name=""/>
        <dsp:cNvSpPr/>
      </dsp:nvSpPr>
      <dsp:spPr>
        <a:xfrm>
          <a:off x="3792496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41369-5802-4F48-BCC8-51C980CC5B8D}">
      <dsp:nvSpPr>
        <dsp:cNvPr id="0" name=""/>
        <dsp:cNvSpPr/>
      </dsp:nvSpPr>
      <dsp:spPr>
        <a:xfrm>
          <a:off x="4005929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0570D-EB61-490D-AEA1-07318BCB5F16}">
      <dsp:nvSpPr>
        <dsp:cNvPr id="0" name=""/>
        <dsp:cNvSpPr/>
      </dsp:nvSpPr>
      <dsp:spPr>
        <a:xfrm>
          <a:off x="347234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VS Code – development environment</a:t>
          </a:r>
        </a:p>
      </dsp:txBody>
      <dsp:txXfrm>
        <a:off x="3472345" y="3694331"/>
        <a:ext cx="1641796" cy="656718"/>
      </dsp:txXfrm>
    </dsp:sp>
    <dsp:sp modelId="{BEE3EE3A-9DD2-406D-90A3-8BAC48DB2A9B}">
      <dsp:nvSpPr>
        <dsp:cNvPr id="0" name=""/>
        <dsp:cNvSpPr/>
      </dsp:nvSpPr>
      <dsp:spPr>
        <a:xfrm>
          <a:off x="5721607" y="2380893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0F709-5B49-4EAE-A029-68BCC1DA63D3}">
      <dsp:nvSpPr>
        <dsp:cNvPr id="0" name=""/>
        <dsp:cNvSpPr/>
      </dsp:nvSpPr>
      <dsp:spPr>
        <a:xfrm>
          <a:off x="5935041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E1584-C434-4369-8E7D-B90E8E7ED00E}">
      <dsp:nvSpPr>
        <dsp:cNvPr id="0" name=""/>
        <dsp:cNvSpPr/>
      </dsp:nvSpPr>
      <dsp:spPr>
        <a:xfrm>
          <a:off x="540145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CSV – dataset format</a:t>
          </a:r>
        </a:p>
      </dsp:txBody>
      <dsp:txXfrm>
        <a:off x="5401457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400" b="1"/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 HOSPITAL RESOURCE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pPr>
            <a:r>
              <a:rPr lang="en-US" sz="2400"/>
              <a:t>Machine Learning Major Project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400"/>
              <a:t>CATHERIN JESINTHA J</a:t>
            </a:r>
            <a:br>
              <a:rPr lang="en-US" sz="2400"/>
            </a:br>
            <a:r>
              <a:rPr lang="en-US" sz="2400"/>
              <a:t>B.Sc. Computer Science | St. Anne's Arts and Science College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B0F3A8D2-AF97-CD13-F2E4-565B30A97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4" r="8842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Uses Machine Learning to discover groups of similar hospital operational records.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Applies unsupervised learning because predefined target classes are not required.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Main algorithm: K-Means Clustering.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Main outputs: Elbow Method graph and cluster scatter plot.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>
                <a:latin typeface="+mj-lt"/>
                <a:ea typeface="+mj-ea"/>
                <a:cs typeface="+mj-cs"/>
              </a:rPr>
              <a:t>Problem Statement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CBC78454-904D-E7BB-C79B-BC585154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7" r="19707" b="-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Hospital operational data contains multiple attributes that can be difficult to compare manually.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Similar records may have common patterns across age, severity, stay length, waiting time and cost.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project groups records into clusters to support exploratory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extBox 2">
            <a:extLst>
              <a:ext uri="{FF2B5EF4-FFF2-40B4-BE49-F238E27FC236}">
                <a16:creationId xmlns:a16="http://schemas.microsoft.com/office/drawing/2014/main" id="{A30C621F-AE96-B5D5-5C86-1040A6AEEB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866162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Features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5937466-2AF5-7DED-7569-570D79E083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13681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459863"/>
            <a:ext cx="10515600" cy="1004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Technologies Used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BDF2E1AE-CBBF-809F-DFB7-4870A31482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964460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56826" y="1112969"/>
            <a:ext cx="3937298" cy="4166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0" y="820880"/>
            <a:ext cx="5257799" cy="48893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Load CSV dataset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Inspect rows, structure and missing values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Remove duplicate records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Select five features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Encode Severity Level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Remove missing values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Standardize features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Elbow Method → select/examine k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K-Means clustering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Add cluster labels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Visualize clusters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92119" y="891540"/>
            <a:ext cx="4589493" cy="1578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Data Preprocessing</a:t>
            </a:r>
          </a:p>
        </p:txBody>
      </p:sp>
      <p:pic>
        <p:nvPicPr>
          <p:cNvPr id="14" name="Picture 13" descr="Stock exchange numbers">
            <a:extLst>
              <a:ext uri="{FF2B5EF4-FFF2-40B4-BE49-F238E27FC236}">
                <a16:creationId xmlns:a16="http://schemas.microsoft.com/office/drawing/2014/main" id="{F66E2A66-1A61-1C8A-FD20-213FD31475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98" r="14698" b="-1"/>
          <a:stretch>
            <a:fillRect/>
          </a:stretch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892119" y="2630161"/>
            <a:ext cx="4589491" cy="3332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Duplicate rows are removed using drop_duplicates().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Severity levels are converted to numerical values: Low = 0, Medium = 1, High = 2.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Rows containing missing values in the selected features are removed.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StandardScaler is used so features are placed on comparable scales.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92119" y="891540"/>
            <a:ext cx="4589493" cy="1578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Elbow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0FF84-108D-0101-4021-685233B8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74" r="39184"/>
          <a:stretch>
            <a:fillRect/>
          </a:stretch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892119" y="2630161"/>
            <a:ext cx="4589491" cy="3332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WCSS (Within-Cluster Sum of Squares) is calculated for k = 1 to 10.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values are plotted against the number of clusters.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curve can be inspected for an elbow point indicating diminishing improvement.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final implementation uses three clusters.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92119" y="891540"/>
            <a:ext cx="4589493" cy="1578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K-Means Algorithm</a:t>
            </a:r>
          </a:p>
        </p:txBody>
      </p:sp>
      <p:pic>
        <p:nvPicPr>
          <p:cNvPr id="5" name="Picture 4" descr="Chemical formulas are written on paper">
            <a:extLst>
              <a:ext uri="{FF2B5EF4-FFF2-40B4-BE49-F238E27FC236}">
                <a16:creationId xmlns:a16="http://schemas.microsoft.com/office/drawing/2014/main" id="{2976708A-D7BC-D0FA-5901-C9F1E296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1" r="22207"/>
          <a:stretch>
            <a:fillRect/>
          </a:stretch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6892119" y="2630161"/>
            <a:ext cx="4589491" cy="3332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Choose the number of clusters, k.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Initialize centroids.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Assign each point to the nearest centroid.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Recalculate centroids.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Repeat until convergence/stopping condition.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Each processed record receives a cluster label.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99803" y="1153572"/>
            <a:ext cx="3587431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Configuration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Algorithm: K-Means Clustering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Number of clusters: 3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random_state: 42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n_init: 10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Input: five standardized features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Output: Cluster label for each processed 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9DCDBC8E-5137-3040-B3DB-33C80007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" r="5364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Elbow Method graph: number of clusters vs WCSS.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Scatter plot: Age on X-axis and Treatment Cost on Y-axis.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Point color represents the assigned cluster.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Actual plots should be inserted from the program output for the final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3161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>
                <a:latin typeface="+mj-lt"/>
                <a:ea typeface="+mj-ea"/>
                <a:cs typeface="+mj-cs"/>
              </a:rPr>
              <a:t>Expected Output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47BCF881-865B-ABC3-268C-16D70B011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89" r="21297"/>
          <a:stretch>
            <a:fillRect/>
          </a:stretch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Dataset preview and information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Missing-value summary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Standardized feature matrix shape/sample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Elbow graph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Clustered data with a Cluster column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Hospital Resource Clusters scatter plot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8200" y="365125"/>
            <a:ext cx="55584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Advantages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200" y="1825625"/>
            <a:ext cx="55584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Simple and practical Machine Learning workflow.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Uses multiple operational features together.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Supports automatic grouping of records.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Provides visual exploration of clusters.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Can be extended to additional hospital data.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K-Means requires a selected number of clusters.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Results depend on dataset quality and feature selection.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Cluster labels do not automatically have medical meaning.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Current visualization shows only two dimensions of the five-feature model.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project is for analytical/educational use, not clinical diagnosis.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320466" y="609600"/>
            <a:ext cx="4140014" cy="1330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>
                <a:latin typeface="+mj-lt"/>
                <a:ea typeface="+mj-ea"/>
                <a:cs typeface="+mj-cs"/>
              </a:rPr>
              <a:t>Future Enhancements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2DFB9071-4097-A9FD-B6DC-DC67AB5D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40" r="37151" b="-446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7320465" y="2194102"/>
            <a:ext cx="4140013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Add more hospital operational features.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Compare K-Means with DBSCAN or hierarchical clustering.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Generate cluster profiles using summary statistics.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Add Silhouette Score for cluster evaluation.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Build an interactive Streamlit dashboard.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Support dataset upload and automated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project demonstrates an end-to-end unsupervised Machine Learning workflow.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Hospital operational data is cleaned, transformed and standardized.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K-Means is used to discover three groups of similar records.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Visualizations make the clustering process easier to interpret.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The project provides a foundation for further hospital data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SMART HOSPITAL RESOURCE CLUSTERING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CATHERIN JESINTHA J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B.Sc. Computer Science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/>
              <a:t>St. Anne's Arts and Science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733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Catherin Jesintha J</cp:lastModifiedBy>
  <cp:revision>2</cp:revision>
  <dcterms:created xsi:type="dcterms:W3CDTF">2013-01-27T09:14:16Z</dcterms:created>
  <dcterms:modified xsi:type="dcterms:W3CDTF">2026-09-25T15:21:46Z</dcterms:modified>
  <cp:category/>
</cp:coreProperties>
</file>